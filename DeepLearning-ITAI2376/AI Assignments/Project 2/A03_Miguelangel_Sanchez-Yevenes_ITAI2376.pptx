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acaec483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acaec483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caec483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acaec483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caec483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caec483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caec483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acaec483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caec483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acaec483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f15e02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af15e02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heinz.cmu.edu/media/2023/July/artificial-intelligence-explained" TargetMode="External"/><Relationship Id="rId4" Type="http://schemas.openxmlformats.org/officeDocument/2006/relationships/hyperlink" Target="https://www.ibm.com/think/topics/deep-learning#:~:text=By%20Dave%20Bergmann,learning's%20incredible%20power%20and%20versatility" TargetMode="External"/><Relationship Id="rId5" Type="http://schemas.openxmlformats.org/officeDocument/2006/relationships/hyperlink" Target="https://www.geeksforgeeks.org/machine-learning/backpropagation-in-neural-networ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607000" cy="25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Deep Learning</a:t>
            </a:r>
            <a:r>
              <a:rPr lang="en" sz="4800"/>
              <a:t> </a:t>
            </a:r>
            <a:endParaRPr sz="48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Miguelangel Sanchez-Yevenes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0" y="2919500"/>
            <a:ext cx="3336000" cy="2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59075"/>
            <a:ext cx="4304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What is Artificial Intelligence?</a:t>
            </a:r>
            <a:br>
              <a:rPr lang="en" sz="1500"/>
            </a:br>
            <a:r>
              <a:rPr lang="en" sz="1500"/>
              <a:t>- Artificial Intelligence (or known as AI) creates computer systems that can think, learn, and make decisions similar to how humans learn.</a:t>
            </a:r>
            <a:br>
              <a:rPr lang="en" sz="1500"/>
            </a:br>
            <a:br>
              <a:rPr lang="en" sz="1500"/>
            </a:br>
            <a:r>
              <a:rPr lang="en" sz="1500"/>
              <a:t>-You may have seen a lot such as chatbots on apps or doctor websites</a:t>
            </a:r>
            <a:br>
              <a:rPr lang="en" sz="1500"/>
            </a:br>
            <a:br>
              <a:rPr lang="en" sz="1500"/>
            </a:br>
            <a:r>
              <a:rPr lang="en" sz="1500"/>
              <a:t>There are many common terms that people use around AI and one of them is Deep Learning.</a:t>
            </a:r>
            <a:endParaRPr sz="1500"/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-1345" l="-844" r="-834" t="-1335"/>
          <a:stretch/>
        </p:blipFill>
        <p:spPr>
          <a:xfrm>
            <a:off x="5550900" y="1522806"/>
            <a:ext cx="3593101" cy="2093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AI	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the game Smash Bros for the Wii u and above, you use amiibos. When you first go against them, they are level 1 and bad. The more you play and train, they gain exp and level up by getting smarter and using more tactics against you.</a:t>
            </a:r>
            <a:br>
              <a:rPr lang="en"/>
            </a:br>
            <a:br>
              <a:rPr lang="en"/>
            </a:br>
            <a:r>
              <a:rPr lang="en"/>
              <a:t>Always remember, Artificial Intelligence is when computers are able to learn, think, and make decisions like humans (but not perfectly)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400" y="2974425"/>
            <a:ext cx="3253601" cy="216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67400"/>
            <a:ext cx="3853371" cy="21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421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Deep Learning is a </a:t>
            </a:r>
            <a:r>
              <a:rPr lang="en" sz="1500"/>
              <a:t>method of machine learning that lets computers learn in a way that </a:t>
            </a:r>
            <a:r>
              <a:rPr lang="en" sz="1500"/>
              <a:t>copies</a:t>
            </a:r>
            <a:r>
              <a:rPr lang="en" sz="1500"/>
              <a:t> a human brain. </a:t>
            </a:r>
            <a:br>
              <a:rPr lang="en" sz="1500"/>
            </a:br>
            <a:br>
              <a:rPr lang="en" sz="1500"/>
            </a:br>
            <a:r>
              <a:rPr lang="en" sz="1500"/>
              <a:t>It’s neurons are put into categories of layers, Input, Hidden and Output</a:t>
            </a:r>
            <a:br>
              <a:rPr lang="en" sz="1500"/>
            </a:br>
            <a:br>
              <a:rPr lang="en" sz="1500"/>
            </a:br>
            <a:r>
              <a:rPr lang="en" sz="1500"/>
              <a:t>Input Layer: Data enters</a:t>
            </a:r>
            <a:br>
              <a:rPr lang="en" sz="1500"/>
            </a:br>
            <a:r>
              <a:rPr lang="en" sz="1500"/>
              <a:t>Hidden Layer: Transforms and analyze</a:t>
            </a:r>
            <a:br>
              <a:rPr lang="en" sz="1500"/>
            </a:br>
            <a:r>
              <a:rPr lang="en" sz="1500"/>
              <a:t>Output Layer:  Makes predictions/decisions</a:t>
            </a:r>
            <a:endParaRPr sz="1500"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525" y="2742825"/>
            <a:ext cx="4017474" cy="22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601500" y="1576025"/>
            <a:ext cx="601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Think about learning to recognize a cupcake,</a:t>
            </a:r>
            <a:br>
              <a:rPr lang="en"/>
            </a:br>
            <a:r>
              <a:rPr lang="en"/>
              <a:t>Before, you never knew what made it a cupcake. Since you have no knowledge and recognition of it.</a:t>
            </a:r>
            <a:br>
              <a:rPr lang="en"/>
            </a:br>
            <a:br>
              <a:rPr lang="en"/>
            </a:br>
            <a:r>
              <a:rPr lang="en"/>
              <a:t>Then you start to see many cupcakes like in the grocery store, birthday </a:t>
            </a:r>
            <a:r>
              <a:rPr lang="en"/>
              <a:t>parties</a:t>
            </a:r>
            <a:r>
              <a:rPr lang="en"/>
              <a:t>, etc.</a:t>
            </a:r>
            <a:br>
              <a:rPr lang="en"/>
            </a:br>
            <a:r>
              <a:rPr lang="en"/>
              <a:t>Your brain now learns what makes a cupcake, a cupcake. Which starts the Deep learning of layers</a:t>
            </a:r>
            <a:br>
              <a:rPr lang="en"/>
            </a:br>
            <a:br>
              <a:rPr lang="en"/>
            </a:br>
            <a:r>
              <a:rPr lang="en"/>
              <a:t>It has frosting</a:t>
            </a:r>
            <a:br>
              <a:rPr lang="en"/>
            </a:br>
            <a:r>
              <a:rPr lang="en"/>
              <a:t>It has a wrapping</a:t>
            </a:r>
            <a:br>
              <a:rPr lang="en"/>
            </a:br>
            <a:r>
              <a:rPr lang="en"/>
              <a:t>Its small</a:t>
            </a:r>
            <a:br>
              <a:rPr lang="en"/>
            </a:br>
            <a:br>
              <a:rPr lang="en"/>
            </a:br>
            <a:r>
              <a:rPr lang="en"/>
              <a:t>Deep Learning is when a computer learns from lots and lots of data using layers (like a brain) to get smarter. </a:t>
            </a:r>
            <a:endParaRPr/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Examples				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200" y="0"/>
            <a:ext cx="2218801" cy="221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4650" y="2396651"/>
            <a:ext cx="2218800" cy="22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method is when the neural networks learn from their mistakes, calculating their errors and sending it back to the network to make it accurate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</a:t>
            </a:r>
            <a:r>
              <a:rPr lang="en"/>
              <a:t>let's</a:t>
            </a:r>
            <a:r>
              <a:rPr lang="en"/>
              <a:t> say you threw a basketball and missed. you think to yourself were you far, too close, etc. Then you change positions and try again until you make the shot.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words, you send the mistakes back in order to improve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601" y="2609800"/>
            <a:ext cx="2789400" cy="277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https://www.heinz.cmu.edu/media/2023/July/artificial-intelligence-explained</a:t>
            </a:r>
            <a:br>
              <a:rPr lang="en"/>
            </a:b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https://www.ibm.com/think/topics/deep-learning#:~:text=By%20Dave%20Bergmann,learning's%20incredible%20power%20and%20versatility</a:t>
            </a:r>
            <a:r>
              <a:rPr lang="en"/>
              <a:t>.</a:t>
            </a:r>
            <a:br>
              <a:rPr lang="en"/>
            </a:br>
            <a:br>
              <a:rPr lang="en"/>
            </a:br>
            <a:r>
              <a:rPr lang="en" u="sng">
                <a:solidFill>
                  <a:schemeClr val="hlink"/>
                </a:solidFill>
                <a:hlinkClick r:id="rId5"/>
              </a:rPr>
              <a:t>https://www.geeksforgeeks.org/machine-learning/backpropagation-in-neural-network/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