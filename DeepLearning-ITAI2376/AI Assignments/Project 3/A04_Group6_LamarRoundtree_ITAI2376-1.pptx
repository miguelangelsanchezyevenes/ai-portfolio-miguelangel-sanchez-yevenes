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8" r:id="rId4"/>
    <p:sldId id="258" r:id="rId5"/>
    <p:sldId id="267" r:id="rId6"/>
    <p:sldId id="259" r:id="rId7"/>
    <p:sldId id="266" r:id="rId8"/>
    <p:sldId id="260" r:id="rId9"/>
    <p:sldId id="261" r:id="rId10"/>
    <p:sldId id="262" r:id="rId11"/>
    <p:sldId id="263" r:id="rId12"/>
    <p:sldId id="264" r:id="rId13"/>
    <p:sldId id="265" r:id="rId14"/>
    <p:sldId id="269" r:id="rId15"/>
    <p:sldId id="270" r:id="rId16"/>
    <p:sldId id="271" r:id="rId17"/>
    <p:sldId id="272" r:id="rId18"/>
    <p:sldId id="273" r:id="rId19"/>
    <p:sldId id="274" r:id="rId20"/>
    <p:sldId id="276"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7" d="100"/>
          <a:sy n="97" d="100"/>
        </p:scale>
        <p:origin x="216"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MAR ROUNDTREE" userId="2084fe401e536afd" providerId="LiveId" clId="{040BD595-BF81-4207-9D01-B7FB6FA21920}"/>
    <pc:docChg chg="undo custSel modSld">
      <pc:chgData name="LAMAR ROUNDTREE" userId="2084fe401e536afd" providerId="LiveId" clId="{040BD595-BF81-4207-9D01-B7FB6FA21920}" dt="2026-02-06T00:50:28.109" v="52" actId="26606"/>
      <pc:docMkLst>
        <pc:docMk/>
      </pc:docMkLst>
      <pc:sldChg chg="addSp modSp mod setBg addAnim">
        <pc:chgData name="LAMAR ROUNDTREE" userId="2084fe401e536afd" providerId="LiveId" clId="{040BD595-BF81-4207-9D01-B7FB6FA21920}" dt="2026-02-06T00:45:06.138" v="1"/>
        <pc:sldMkLst>
          <pc:docMk/>
          <pc:sldMk cId="1752412456" sldId="256"/>
        </pc:sldMkLst>
        <pc:spChg chg="mod">
          <ac:chgData name="LAMAR ROUNDTREE" userId="2084fe401e536afd" providerId="LiveId" clId="{040BD595-BF81-4207-9D01-B7FB6FA21920}" dt="2026-02-06T00:45:06.106" v="0" actId="26606"/>
          <ac:spMkLst>
            <pc:docMk/>
            <pc:sldMk cId="1752412456" sldId="256"/>
            <ac:spMk id="2" creationId="{5CB68975-FE84-1906-1B3C-87E2BEC99CF8}"/>
          </ac:spMkLst>
        </pc:spChg>
        <pc:spChg chg="add">
          <ac:chgData name="LAMAR ROUNDTREE" userId="2084fe401e536afd" providerId="LiveId" clId="{040BD595-BF81-4207-9D01-B7FB6FA21920}" dt="2026-02-06T00:45:06.106" v="0" actId="26606"/>
          <ac:spMkLst>
            <pc:docMk/>
            <pc:sldMk cId="1752412456" sldId="256"/>
            <ac:spMk id="8" creationId="{9B7AD9F6-8CE7-4299-8FC6-328F4DCD3FF9}"/>
          </ac:spMkLst>
        </pc:spChg>
        <pc:spChg chg="add">
          <ac:chgData name="LAMAR ROUNDTREE" userId="2084fe401e536afd" providerId="LiveId" clId="{040BD595-BF81-4207-9D01-B7FB6FA21920}" dt="2026-02-06T00:45:06.106" v="0" actId="26606"/>
          <ac:spMkLst>
            <pc:docMk/>
            <pc:sldMk cId="1752412456" sldId="256"/>
            <ac:spMk id="10" creationId="{F49775AF-8896-43EE-92C6-83497D6DC56F}"/>
          </ac:spMkLst>
        </pc:spChg>
        <pc:picChg chg="add">
          <ac:chgData name="LAMAR ROUNDTREE" userId="2084fe401e536afd" providerId="LiveId" clId="{040BD595-BF81-4207-9D01-B7FB6FA21920}" dt="2026-02-06T00:45:06.106" v="0" actId="26606"/>
          <ac:picMkLst>
            <pc:docMk/>
            <pc:sldMk cId="1752412456" sldId="256"/>
            <ac:picMk id="4" creationId="{69E9FDD4-BC52-E429-7706-86596DF48A57}"/>
          </ac:picMkLst>
        </pc:picChg>
      </pc:sldChg>
      <pc:sldChg chg="addSp delSp modSp mod setBg addAnim">
        <pc:chgData name="LAMAR ROUNDTREE" userId="2084fe401e536afd" providerId="LiveId" clId="{040BD595-BF81-4207-9D01-B7FB6FA21920}" dt="2026-02-06T00:48:37.964" v="35"/>
        <pc:sldMkLst>
          <pc:docMk/>
          <pc:sldMk cId="2284905676" sldId="257"/>
        </pc:sldMkLst>
        <pc:spChg chg="mod">
          <ac:chgData name="LAMAR ROUNDTREE" userId="2084fe401e536afd" providerId="LiveId" clId="{040BD595-BF81-4207-9D01-B7FB6FA21920}" dt="2026-02-06T00:48:37.964" v="34" actId="26606"/>
          <ac:spMkLst>
            <pc:docMk/>
            <pc:sldMk cId="2284905676" sldId="257"/>
            <ac:spMk id="2" creationId="{5814D0B9-9EDC-4F65-6978-546E2E09E8EA}"/>
          </ac:spMkLst>
        </pc:spChg>
        <pc:spChg chg="add del">
          <ac:chgData name="LAMAR ROUNDTREE" userId="2084fe401e536afd" providerId="LiveId" clId="{040BD595-BF81-4207-9D01-B7FB6FA21920}" dt="2026-02-06T00:48:37.964" v="34" actId="26606"/>
          <ac:spMkLst>
            <pc:docMk/>
            <pc:sldMk cId="2284905676" sldId="257"/>
            <ac:spMk id="7" creationId="{943CAA20-3569-4189-9E48-239A229A86CA}"/>
          </ac:spMkLst>
        </pc:spChg>
        <pc:spChg chg="add del">
          <ac:chgData name="LAMAR ROUNDTREE" userId="2084fe401e536afd" providerId="LiveId" clId="{040BD595-BF81-4207-9D01-B7FB6FA21920}" dt="2026-02-06T00:48:37.964" v="34" actId="26606"/>
          <ac:spMkLst>
            <pc:docMk/>
            <pc:sldMk cId="2284905676" sldId="257"/>
            <ac:spMk id="9" creationId="{DA542B6D-E775-4832-91DC-2D20F857813A}"/>
          </ac:spMkLst>
        </pc:spChg>
        <pc:spChg chg="add">
          <ac:chgData name="LAMAR ROUNDTREE" userId="2084fe401e536afd" providerId="LiveId" clId="{040BD595-BF81-4207-9D01-B7FB6FA21920}" dt="2026-02-06T00:48:37.964" v="34" actId="26606"/>
          <ac:spMkLst>
            <pc:docMk/>
            <pc:sldMk cId="2284905676" sldId="257"/>
            <ac:spMk id="14" creationId="{F12E7CC5-C78B-4EBD-9565-3FA00FAA6CF2}"/>
          </ac:spMkLst>
        </pc:spChg>
        <pc:spChg chg="add">
          <ac:chgData name="LAMAR ROUNDTREE" userId="2084fe401e536afd" providerId="LiveId" clId="{040BD595-BF81-4207-9D01-B7FB6FA21920}" dt="2026-02-06T00:48:37.964" v="34" actId="26606"/>
          <ac:spMkLst>
            <pc:docMk/>
            <pc:sldMk cId="2284905676" sldId="257"/>
            <ac:spMk id="16" creationId="{3A4529A5-F675-429F-8044-01372BB13422}"/>
          </ac:spMkLst>
        </pc:spChg>
        <pc:spChg chg="add">
          <ac:chgData name="LAMAR ROUNDTREE" userId="2084fe401e536afd" providerId="LiveId" clId="{040BD595-BF81-4207-9D01-B7FB6FA21920}" dt="2026-02-06T00:48:37.964" v="34" actId="26606"/>
          <ac:spMkLst>
            <pc:docMk/>
            <pc:sldMk cId="2284905676" sldId="257"/>
            <ac:spMk id="18" creationId="{32C5B66D-E390-4A14-AB60-69626CBF294E}"/>
          </ac:spMkLst>
        </pc:spChg>
        <pc:spChg chg="add">
          <ac:chgData name="LAMAR ROUNDTREE" userId="2084fe401e536afd" providerId="LiveId" clId="{040BD595-BF81-4207-9D01-B7FB6FA21920}" dt="2026-02-06T00:48:37.964" v="34" actId="26606"/>
          <ac:spMkLst>
            <pc:docMk/>
            <pc:sldMk cId="2284905676" sldId="257"/>
            <ac:spMk id="20" creationId="{646273DA-F933-4D17-A5FE-B1EF87FD7A20}"/>
          </ac:spMkLst>
        </pc:spChg>
      </pc:sldChg>
      <pc:sldChg chg="addSp delSp modSp mod setBg">
        <pc:chgData name="LAMAR ROUNDTREE" userId="2084fe401e536afd" providerId="LiveId" clId="{040BD595-BF81-4207-9D01-B7FB6FA21920}" dt="2026-02-06T00:50:28.109" v="52" actId="26606"/>
        <pc:sldMkLst>
          <pc:docMk/>
          <pc:sldMk cId="2830219395" sldId="258"/>
        </pc:sldMkLst>
        <pc:spChg chg="mod">
          <ac:chgData name="LAMAR ROUNDTREE" userId="2084fe401e536afd" providerId="LiveId" clId="{040BD595-BF81-4207-9D01-B7FB6FA21920}" dt="2026-02-06T00:50:28.109" v="52" actId="26606"/>
          <ac:spMkLst>
            <pc:docMk/>
            <pc:sldMk cId="2830219395" sldId="258"/>
            <ac:spMk id="2" creationId="{256F7029-A1B4-1B8F-CFF1-BCC81949B618}"/>
          </ac:spMkLst>
        </pc:spChg>
        <pc:spChg chg="add del">
          <ac:chgData name="LAMAR ROUNDTREE" userId="2084fe401e536afd" providerId="LiveId" clId="{040BD595-BF81-4207-9D01-B7FB6FA21920}" dt="2026-02-06T00:50:28.109" v="52" actId="26606"/>
          <ac:spMkLst>
            <pc:docMk/>
            <pc:sldMk cId="2830219395" sldId="258"/>
            <ac:spMk id="8" creationId="{32E62931-8EB4-42BB-BAAB-D8757BE66D8E}"/>
          </ac:spMkLst>
        </pc:spChg>
        <pc:spChg chg="add">
          <ac:chgData name="LAMAR ROUNDTREE" userId="2084fe401e536afd" providerId="LiveId" clId="{040BD595-BF81-4207-9D01-B7FB6FA21920}" dt="2026-02-06T00:50:28.109" v="52" actId="26606"/>
          <ac:spMkLst>
            <pc:docMk/>
            <pc:sldMk cId="2830219395" sldId="258"/>
            <ac:spMk id="13" creationId="{9B7AD9F6-8CE7-4299-8FC6-328F4DCD3FF9}"/>
          </ac:spMkLst>
        </pc:spChg>
        <pc:spChg chg="add">
          <ac:chgData name="LAMAR ROUNDTREE" userId="2084fe401e536afd" providerId="LiveId" clId="{040BD595-BF81-4207-9D01-B7FB6FA21920}" dt="2026-02-06T00:50:28.109" v="52" actId="26606"/>
          <ac:spMkLst>
            <pc:docMk/>
            <pc:sldMk cId="2830219395" sldId="258"/>
            <ac:spMk id="15" creationId="{F49775AF-8896-43EE-92C6-83497D6DC56F}"/>
          </ac:spMkLst>
        </pc:spChg>
        <pc:picChg chg="add mod">
          <ac:chgData name="LAMAR ROUNDTREE" userId="2084fe401e536afd" providerId="LiveId" clId="{040BD595-BF81-4207-9D01-B7FB6FA21920}" dt="2026-02-06T00:50:28.109" v="52" actId="26606"/>
          <ac:picMkLst>
            <pc:docMk/>
            <pc:sldMk cId="2830219395" sldId="258"/>
            <ac:picMk id="4" creationId="{B6F319E5-FDB7-66B2-EA12-69A2EF14FAE0}"/>
          </ac:picMkLst>
        </pc:picChg>
      </pc:sldChg>
      <pc:sldChg chg="addSp modSp mod setBg">
        <pc:chgData name="LAMAR ROUNDTREE" userId="2084fe401e536afd" providerId="LiveId" clId="{040BD595-BF81-4207-9D01-B7FB6FA21920}" dt="2026-02-06T00:47:14.879" v="11" actId="26606"/>
        <pc:sldMkLst>
          <pc:docMk/>
          <pc:sldMk cId="2230521560" sldId="259"/>
        </pc:sldMkLst>
        <pc:spChg chg="mod">
          <ac:chgData name="LAMAR ROUNDTREE" userId="2084fe401e536afd" providerId="LiveId" clId="{040BD595-BF81-4207-9D01-B7FB6FA21920}" dt="2026-02-06T00:47:14.879" v="11" actId="26606"/>
          <ac:spMkLst>
            <pc:docMk/>
            <pc:sldMk cId="2230521560" sldId="259"/>
            <ac:spMk id="2" creationId="{FB1F8142-AEE2-5FDE-3485-E7B86938D943}"/>
          </ac:spMkLst>
        </pc:spChg>
        <pc:spChg chg="add">
          <ac:chgData name="LAMAR ROUNDTREE" userId="2084fe401e536afd" providerId="LiveId" clId="{040BD595-BF81-4207-9D01-B7FB6FA21920}" dt="2026-02-06T00:47:14.879" v="11" actId="26606"/>
          <ac:spMkLst>
            <pc:docMk/>
            <pc:sldMk cId="2230521560" sldId="259"/>
            <ac:spMk id="7" creationId="{F12E7CC5-C78B-4EBD-9565-3FA00FAA6CF2}"/>
          </ac:spMkLst>
        </pc:spChg>
        <pc:spChg chg="add">
          <ac:chgData name="LAMAR ROUNDTREE" userId="2084fe401e536afd" providerId="LiveId" clId="{040BD595-BF81-4207-9D01-B7FB6FA21920}" dt="2026-02-06T00:47:14.879" v="11" actId="26606"/>
          <ac:spMkLst>
            <pc:docMk/>
            <pc:sldMk cId="2230521560" sldId="259"/>
            <ac:spMk id="9" creationId="{3A4529A5-F675-429F-8044-01372BB13422}"/>
          </ac:spMkLst>
        </pc:spChg>
        <pc:spChg chg="add">
          <ac:chgData name="LAMAR ROUNDTREE" userId="2084fe401e536afd" providerId="LiveId" clId="{040BD595-BF81-4207-9D01-B7FB6FA21920}" dt="2026-02-06T00:47:14.879" v="11" actId="26606"/>
          <ac:spMkLst>
            <pc:docMk/>
            <pc:sldMk cId="2230521560" sldId="259"/>
            <ac:spMk id="11" creationId="{32C5B66D-E390-4A14-AB60-69626CBF294E}"/>
          </ac:spMkLst>
        </pc:spChg>
        <pc:spChg chg="add">
          <ac:chgData name="LAMAR ROUNDTREE" userId="2084fe401e536afd" providerId="LiveId" clId="{040BD595-BF81-4207-9D01-B7FB6FA21920}" dt="2026-02-06T00:47:14.879" v="11" actId="26606"/>
          <ac:spMkLst>
            <pc:docMk/>
            <pc:sldMk cId="2230521560" sldId="259"/>
            <ac:spMk id="13" creationId="{646273DA-F933-4D17-A5FE-B1EF87FD7A20}"/>
          </ac:spMkLst>
        </pc:spChg>
      </pc:sldChg>
      <pc:sldChg chg="addSp delSp modSp mod setBg">
        <pc:chgData name="LAMAR ROUNDTREE" userId="2084fe401e536afd" providerId="LiveId" clId="{040BD595-BF81-4207-9D01-B7FB6FA21920}" dt="2026-02-06T00:49:16.747" v="38" actId="26606"/>
        <pc:sldMkLst>
          <pc:docMk/>
          <pc:sldMk cId="3786714615" sldId="260"/>
        </pc:sldMkLst>
        <pc:spChg chg="mod">
          <ac:chgData name="LAMAR ROUNDTREE" userId="2084fe401e536afd" providerId="LiveId" clId="{040BD595-BF81-4207-9D01-B7FB6FA21920}" dt="2026-02-06T00:49:16.747" v="38" actId="26606"/>
          <ac:spMkLst>
            <pc:docMk/>
            <pc:sldMk cId="3786714615" sldId="260"/>
            <ac:spMk id="2" creationId="{77676498-92C5-D571-C761-88C89F4A14D5}"/>
          </ac:spMkLst>
        </pc:spChg>
        <pc:spChg chg="add del">
          <ac:chgData name="LAMAR ROUNDTREE" userId="2084fe401e536afd" providerId="LiveId" clId="{040BD595-BF81-4207-9D01-B7FB6FA21920}" dt="2026-02-06T00:49:16.747" v="38" actId="26606"/>
          <ac:spMkLst>
            <pc:docMk/>
            <pc:sldMk cId="3786714615" sldId="260"/>
            <ac:spMk id="7" creationId="{4D24BFD5-D814-402B-B6C4-EEF6AE14B0F2}"/>
          </ac:spMkLst>
        </pc:spChg>
        <pc:spChg chg="add del">
          <ac:chgData name="LAMAR ROUNDTREE" userId="2084fe401e536afd" providerId="LiveId" clId="{040BD595-BF81-4207-9D01-B7FB6FA21920}" dt="2026-02-06T00:49:16.747" v="38" actId="26606"/>
          <ac:spMkLst>
            <pc:docMk/>
            <pc:sldMk cId="3786714615" sldId="260"/>
            <ac:spMk id="9" creationId="{36FED7E8-9A97-475F-9FA4-113410D4433B}"/>
          </ac:spMkLst>
        </pc:spChg>
        <pc:spChg chg="add del">
          <ac:chgData name="LAMAR ROUNDTREE" userId="2084fe401e536afd" providerId="LiveId" clId="{040BD595-BF81-4207-9D01-B7FB6FA21920}" dt="2026-02-06T00:49:16.747" v="38" actId="26606"/>
          <ac:spMkLst>
            <pc:docMk/>
            <pc:sldMk cId="3786714615" sldId="260"/>
            <ac:spMk id="11" creationId="{2A39B854-4B6C-4F7F-A602-6F97770CED70}"/>
          </ac:spMkLst>
        </pc:spChg>
        <pc:spChg chg="add">
          <ac:chgData name="LAMAR ROUNDTREE" userId="2084fe401e536afd" providerId="LiveId" clId="{040BD595-BF81-4207-9D01-B7FB6FA21920}" dt="2026-02-06T00:49:16.747" v="38" actId="26606"/>
          <ac:spMkLst>
            <pc:docMk/>
            <pc:sldMk cId="3786714615" sldId="260"/>
            <ac:spMk id="16" creationId="{C7D023E4-8DE1-436E-9847-ED6A4B4B04FD}"/>
          </ac:spMkLst>
        </pc:spChg>
        <pc:spChg chg="add">
          <ac:chgData name="LAMAR ROUNDTREE" userId="2084fe401e536afd" providerId="LiveId" clId="{040BD595-BF81-4207-9D01-B7FB6FA21920}" dt="2026-02-06T00:49:16.747" v="38" actId="26606"/>
          <ac:spMkLst>
            <pc:docMk/>
            <pc:sldMk cId="3786714615" sldId="260"/>
            <ac:spMk id="18" creationId="{63C1F321-BB96-4700-B3CE-1A6156067F44}"/>
          </ac:spMkLst>
        </pc:spChg>
        <pc:grpChg chg="add">
          <ac:chgData name="LAMAR ROUNDTREE" userId="2084fe401e536afd" providerId="LiveId" clId="{040BD595-BF81-4207-9D01-B7FB6FA21920}" dt="2026-02-06T00:49:16.747" v="38" actId="26606"/>
          <ac:grpSpMkLst>
            <pc:docMk/>
            <pc:sldMk cId="3786714615" sldId="260"/>
            <ac:grpSpMk id="20" creationId="{3FA1AD64-F15F-417D-956C-B2C211FC905E}"/>
          </ac:grpSpMkLst>
        </pc:grpChg>
        <pc:grpChg chg="add">
          <ac:chgData name="LAMAR ROUNDTREE" userId="2084fe401e536afd" providerId="LiveId" clId="{040BD595-BF81-4207-9D01-B7FB6FA21920}" dt="2026-02-06T00:49:16.747" v="38" actId="26606"/>
          <ac:grpSpMkLst>
            <pc:docMk/>
            <pc:sldMk cId="3786714615" sldId="260"/>
            <ac:grpSpMk id="24" creationId="{43F5E015-E085-4624-B431-B42414448684}"/>
          </ac:grpSpMkLst>
        </pc:grpChg>
      </pc:sldChg>
      <pc:sldChg chg="addSp modSp mod setBg">
        <pc:chgData name="LAMAR ROUNDTREE" userId="2084fe401e536afd" providerId="LiveId" clId="{040BD595-BF81-4207-9D01-B7FB6FA21920}" dt="2026-02-06T00:47:26.552" v="13" actId="26606"/>
        <pc:sldMkLst>
          <pc:docMk/>
          <pc:sldMk cId="1049958266" sldId="261"/>
        </pc:sldMkLst>
        <pc:spChg chg="mod">
          <ac:chgData name="LAMAR ROUNDTREE" userId="2084fe401e536afd" providerId="LiveId" clId="{040BD595-BF81-4207-9D01-B7FB6FA21920}" dt="2026-02-06T00:47:26.552" v="13" actId="26606"/>
          <ac:spMkLst>
            <pc:docMk/>
            <pc:sldMk cId="1049958266" sldId="261"/>
            <ac:spMk id="2" creationId="{915B4B2F-F029-814F-1D65-622345BB0B0A}"/>
          </ac:spMkLst>
        </pc:spChg>
        <pc:spChg chg="add">
          <ac:chgData name="LAMAR ROUNDTREE" userId="2084fe401e536afd" providerId="LiveId" clId="{040BD595-BF81-4207-9D01-B7FB6FA21920}" dt="2026-02-06T00:47:26.552" v="13" actId="26606"/>
          <ac:spMkLst>
            <pc:docMk/>
            <pc:sldMk cId="1049958266" sldId="261"/>
            <ac:spMk id="7" creationId="{F12E7CC5-C78B-4EBD-9565-3FA00FAA6CF2}"/>
          </ac:spMkLst>
        </pc:spChg>
        <pc:spChg chg="add">
          <ac:chgData name="LAMAR ROUNDTREE" userId="2084fe401e536afd" providerId="LiveId" clId="{040BD595-BF81-4207-9D01-B7FB6FA21920}" dt="2026-02-06T00:47:26.552" v="13" actId="26606"/>
          <ac:spMkLst>
            <pc:docMk/>
            <pc:sldMk cId="1049958266" sldId="261"/>
            <ac:spMk id="9" creationId="{3A4529A5-F675-429F-8044-01372BB13422}"/>
          </ac:spMkLst>
        </pc:spChg>
        <pc:spChg chg="add">
          <ac:chgData name="LAMAR ROUNDTREE" userId="2084fe401e536afd" providerId="LiveId" clId="{040BD595-BF81-4207-9D01-B7FB6FA21920}" dt="2026-02-06T00:47:26.552" v="13" actId="26606"/>
          <ac:spMkLst>
            <pc:docMk/>
            <pc:sldMk cId="1049958266" sldId="261"/>
            <ac:spMk id="11" creationId="{32C5B66D-E390-4A14-AB60-69626CBF294E}"/>
          </ac:spMkLst>
        </pc:spChg>
        <pc:spChg chg="add">
          <ac:chgData name="LAMAR ROUNDTREE" userId="2084fe401e536afd" providerId="LiveId" clId="{040BD595-BF81-4207-9D01-B7FB6FA21920}" dt="2026-02-06T00:47:26.552" v="13" actId="26606"/>
          <ac:spMkLst>
            <pc:docMk/>
            <pc:sldMk cId="1049958266" sldId="261"/>
            <ac:spMk id="13" creationId="{646273DA-F933-4D17-A5FE-B1EF87FD7A20}"/>
          </ac:spMkLst>
        </pc:spChg>
      </pc:sldChg>
      <pc:sldChg chg="addSp modSp mod setBg">
        <pc:chgData name="LAMAR ROUNDTREE" userId="2084fe401e536afd" providerId="LiveId" clId="{040BD595-BF81-4207-9D01-B7FB6FA21920}" dt="2026-02-06T00:47:30.833" v="14" actId="26606"/>
        <pc:sldMkLst>
          <pc:docMk/>
          <pc:sldMk cId="1445461746" sldId="263"/>
        </pc:sldMkLst>
        <pc:spChg chg="mod">
          <ac:chgData name="LAMAR ROUNDTREE" userId="2084fe401e536afd" providerId="LiveId" clId="{040BD595-BF81-4207-9D01-B7FB6FA21920}" dt="2026-02-06T00:47:30.833" v="14" actId="26606"/>
          <ac:spMkLst>
            <pc:docMk/>
            <pc:sldMk cId="1445461746" sldId="263"/>
            <ac:spMk id="2" creationId="{5E0221DF-8F93-8C62-010B-DC9309D62699}"/>
          </ac:spMkLst>
        </pc:spChg>
        <pc:spChg chg="add">
          <ac:chgData name="LAMAR ROUNDTREE" userId="2084fe401e536afd" providerId="LiveId" clId="{040BD595-BF81-4207-9D01-B7FB6FA21920}" dt="2026-02-06T00:47:30.833" v="14" actId="26606"/>
          <ac:spMkLst>
            <pc:docMk/>
            <pc:sldMk cId="1445461746" sldId="263"/>
            <ac:spMk id="7" creationId="{4D24BFD5-D814-402B-B6C4-EEF6AE14B0F2}"/>
          </ac:spMkLst>
        </pc:spChg>
        <pc:spChg chg="add">
          <ac:chgData name="LAMAR ROUNDTREE" userId="2084fe401e536afd" providerId="LiveId" clId="{040BD595-BF81-4207-9D01-B7FB6FA21920}" dt="2026-02-06T00:47:30.833" v="14" actId="26606"/>
          <ac:spMkLst>
            <pc:docMk/>
            <pc:sldMk cId="1445461746" sldId="263"/>
            <ac:spMk id="9" creationId="{36FED7E8-9A97-475F-9FA4-113410D4433B}"/>
          </ac:spMkLst>
        </pc:spChg>
        <pc:spChg chg="add">
          <ac:chgData name="LAMAR ROUNDTREE" userId="2084fe401e536afd" providerId="LiveId" clId="{040BD595-BF81-4207-9D01-B7FB6FA21920}" dt="2026-02-06T00:47:30.833" v="14" actId="26606"/>
          <ac:spMkLst>
            <pc:docMk/>
            <pc:sldMk cId="1445461746" sldId="263"/>
            <ac:spMk id="11" creationId="{2A39B854-4B6C-4F7F-A602-6F97770CED70}"/>
          </ac:spMkLst>
        </pc:spChg>
      </pc:sldChg>
      <pc:sldChg chg="addSp delSp modSp mod setBg">
        <pc:chgData name="LAMAR ROUNDTREE" userId="2084fe401e536afd" providerId="LiveId" clId="{040BD595-BF81-4207-9D01-B7FB6FA21920}" dt="2026-02-06T00:49:23.013" v="39" actId="26606"/>
        <pc:sldMkLst>
          <pc:docMk/>
          <pc:sldMk cId="1626027167" sldId="264"/>
        </pc:sldMkLst>
        <pc:spChg chg="mod">
          <ac:chgData name="LAMAR ROUNDTREE" userId="2084fe401e536afd" providerId="LiveId" clId="{040BD595-BF81-4207-9D01-B7FB6FA21920}" dt="2026-02-06T00:49:23.013" v="39" actId="26606"/>
          <ac:spMkLst>
            <pc:docMk/>
            <pc:sldMk cId="1626027167" sldId="264"/>
            <ac:spMk id="2" creationId="{7CD5B2BA-DE06-52A6-6A3E-CB6510E24186}"/>
          </ac:spMkLst>
        </pc:spChg>
        <pc:spChg chg="add del">
          <ac:chgData name="LAMAR ROUNDTREE" userId="2084fe401e536afd" providerId="LiveId" clId="{040BD595-BF81-4207-9D01-B7FB6FA21920}" dt="2026-02-06T00:49:23.013" v="39" actId="26606"/>
          <ac:spMkLst>
            <pc:docMk/>
            <pc:sldMk cId="1626027167" sldId="264"/>
            <ac:spMk id="7" creationId="{943CAA20-3569-4189-9E48-239A229A86CA}"/>
          </ac:spMkLst>
        </pc:spChg>
        <pc:spChg chg="add del">
          <ac:chgData name="LAMAR ROUNDTREE" userId="2084fe401e536afd" providerId="LiveId" clId="{040BD595-BF81-4207-9D01-B7FB6FA21920}" dt="2026-02-06T00:49:23.013" v="39" actId="26606"/>
          <ac:spMkLst>
            <pc:docMk/>
            <pc:sldMk cId="1626027167" sldId="264"/>
            <ac:spMk id="9" creationId="{DA542B6D-E775-4832-91DC-2D20F857813A}"/>
          </ac:spMkLst>
        </pc:spChg>
        <pc:spChg chg="add">
          <ac:chgData name="LAMAR ROUNDTREE" userId="2084fe401e536afd" providerId="LiveId" clId="{040BD595-BF81-4207-9D01-B7FB6FA21920}" dt="2026-02-06T00:49:23.013" v="39" actId="26606"/>
          <ac:spMkLst>
            <pc:docMk/>
            <pc:sldMk cId="1626027167" sldId="264"/>
            <ac:spMk id="14" creationId="{C7D023E4-8DE1-436E-9847-ED6A4B4B04FD}"/>
          </ac:spMkLst>
        </pc:spChg>
        <pc:grpChg chg="add">
          <ac:chgData name="LAMAR ROUNDTREE" userId="2084fe401e536afd" providerId="LiveId" clId="{040BD595-BF81-4207-9D01-B7FB6FA21920}" dt="2026-02-06T00:49:23.013" v="39" actId="26606"/>
          <ac:grpSpMkLst>
            <pc:docMk/>
            <pc:sldMk cId="1626027167" sldId="264"/>
            <ac:grpSpMk id="16" creationId="{97264A61-6AE3-4DC0-A455-5EDC604E394D}"/>
          </ac:grpSpMkLst>
        </pc:grpChg>
        <pc:grpChg chg="add">
          <ac:chgData name="LAMAR ROUNDTREE" userId="2084fe401e536afd" providerId="LiveId" clId="{040BD595-BF81-4207-9D01-B7FB6FA21920}" dt="2026-02-06T00:49:23.013" v="39" actId="26606"/>
          <ac:grpSpMkLst>
            <pc:docMk/>
            <pc:sldMk cId="1626027167" sldId="264"/>
            <ac:grpSpMk id="20" creationId="{D691EE10-D5F3-48FA-BE55-F24A0BE59EF6}"/>
          </ac:grpSpMkLst>
        </pc:grpChg>
        <pc:grpChg chg="add">
          <ac:chgData name="LAMAR ROUNDTREE" userId="2084fe401e536afd" providerId="LiveId" clId="{040BD595-BF81-4207-9D01-B7FB6FA21920}" dt="2026-02-06T00:49:23.013" v="39" actId="26606"/>
          <ac:grpSpMkLst>
            <pc:docMk/>
            <pc:sldMk cId="1626027167" sldId="264"/>
            <ac:grpSpMk id="24" creationId="{43F5E015-E085-4624-B431-B42414448684}"/>
          </ac:grpSpMkLst>
        </pc:grpChg>
      </pc:sldChg>
      <pc:sldChg chg="addSp modSp mod setBg">
        <pc:chgData name="LAMAR ROUNDTREE" userId="2084fe401e536afd" providerId="LiveId" clId="{040BD595-BF81-4207-9D01-B7FB6FA21920}" dt="2026-02-06T00:47:42.081" v="16" actId="26606"/>
        <pc:sldMkLst>
          <pc:docMk/>
          <pc:sldMk cId="774390672" sldId="265"/>
        </pc:sldMkLst>
        <pc:spChg chg="mod">
          <ac:chgData name="LAMAR ROUNDTREE" userId="2084fe401e536afd" providerId="LiveId" clId="{040BD595-BF81-4207-9D01-B7FB6FA21920}" dt="2026-02-06T00:47:42.081" v="16" actId="26606"/>
          <ac:spMkLst>
            <pc:docMk/>
            <pc:sldMk cId="774390672" sldId="265"/>
            <ac:spMk id="2" creationId="{968CEEF8-1E2D-3EF8-5211-D608A6219976}"/>
          </ac:spMkLst>
        </pc:spChg>
        <pc:spChg chg="add">
          <ac:chgData name="LAMAR ROUNDTREE" userId="2084fe401e536afd" providerId="LiveId" clId="{040BD595-BF81-4207-9D01-B7FB6FA21920}" dt="2026-02-06T00:47:42.081" v="16" actId="26606"/>
          <ac:spMkLst>
            <pc:docMk/>
            <pc:sldMk cId="774390672" sldId="265"/>
            <ac:spMk id="7" creationId="{F12E7CC5-C78B-4EBD-9565-3FA00FAA6CF2}"/>
          </ac:spMkLst>
        </pc:spChg>
        <pc:spChg chg="add">
          <ac:chgData name="LAMAR ROUNDTREE" userId="2084fe401e536afd" providerId="LiveId" clId="{040BD595-BF81-4207-9D01-B7FB6FA21920}" dt="2026-02-06T00:47:42.081" v="16" actId="26606"/>
          <ac:spMkLst>
            <pc:docMk/>
            <pc:sldMk cId="774390672" sldId="265"/>
            <ac:spMk id="9" creationId="{3A4529A5-F675-429F-8044-01372BB13422}"/>
          </ac:spMkLst>
        </pc:spChg>
        <pc:spChg chg="add">
          <ac:chgData name="LAMAR ROUNDTREE" userId="2084fe401e536afd" providerId="LiveId" clId="{040BD595-BF81-4207-9D01-B7FB6FA21920}" dt="2026-02-06T00:47:42.081" v="16" actId="26606"/>
          <ac:spMkLst>
            <pc:docMk/>
            <pc:sldMk cId="774390672" sldId="265"/>
            <ac:spMk id="11" creationId="{32C5B66D-E390-4A14-AB60-69626CBF294E}"/>
          </ac:spMkLst>
        </pc:spChg>
        <pc:spChg chg="add">
          <ac:chgData name="LAMAR ROUNDTREE" userId="2084fe401e536afd" providerId="LiveId" clId="{040BD595-BF81-4207-9D01-B7FB6FA21920}" dt="2026-02-06T00:47:42.081" v="16" actId="26606"/>
          <ac:spMkLst>
            <pc:docMk/>
            <pc:sldMk cId="774390672" sldId="265"/>
            <ac:spMk id="13" creationId="{646273DA-F933-4D17-A5FE-B1EF87FD7A20}"/>
          </ac:spMkLst>
        </pc:spChg>
      </pc:sldChg>
      <pc:sldChg chg="addSp modSp mod setBg">
        <pc:chgData name="LAMAR ROUNDTREE" userId="2084fe401e536afd" providerId="LiveId" clId="{040BD595-BF81-4207-9D01-B7FB6FA21920}" dt="2026-02-06T00:49:11.199" v="37" actId="26606"/>
        <pc:sldMkLst>
          <pc:docMk/>
          <pc:sldMk cId="526539539" sldId="266"/>
        </pc:sldMkLst>
        <pc:spChg chg="mod">
          <ac:chgData name="LAMAR ROUNDTREE" userId="2084fe401e536afd" providerId="LiveId" clId="{040BD595-BF81-4207-9D01-B7FB6FA21920}" dt="2026-02-06T00:49:11.199" v="37" actId="26606"/>
          <ac:spMkLst>
            <pc:docMk/>
            <pc:sldMk cId="526539539" sldId="266"/>
            <ac:spMk id="2" creationId="{1CE34FC1-EC10-89C1-579F-104C7114ECFA}"/>
          </ac:spMkLst>
        </pc:spChg>
        <pc:spChg chg="add">
          <ac:chgData name="LAMAR ROUNDTREE" userId="2084fe401e536afd" providerId="LiveId" clId="{040BD595-BF81-4207-9D01-B7FB6FA21920}" dt="2026-02-06T00:49:11.199" v="37" actId="26606"/>
          <ac:spMkLst>
            <pc:docMk/>
            <pc:sldMk cId="526539539" sldId="266"/>
            <ac:spMk id="7" creationId="{4D24BFD5-D814-402B-B6C4-EEF6AE14B0F2}"/>
          </ac:spMkLst>
        </pc:spChg>
        <pc:spChg chg="add">
          <ac:chgData name="LAMAR ROUNDTREE" userId="2084fe401e536afd" providerId="LiveId" clId="{040BD595-BF81-4207-9D01-B7FB6FA21920}" dt="2026-02-06T00:49:11.199" v="37" actId="26606"/>
          <ac:spMkLst>
            <pc:docMk/>
            <pc:sldMk cId="526539539" sldId="266"/>
            <ac:spMk id="9" creationId="{36FED7E8-9A97-475F-9FA4-113410D4433B}"/>
          </ac:spMkLst>
        </pc:spChg>
        <pc:spChg chg="add">
          <ac:chgData name="LAMAR ROUNDTREE" userId="2084fe401e536afd" providerId="LiveId" clId="{040BD595-BF81-4207-9D01-B7FB6FA21920}" dt="2026-02-06T00:49:11.199" v="37" actId="26606"/>
          <ac:spMkLst>
            <pc:docMk/>
            <pc:sldMk cId="526539539" sldId="266"/>
            <ac:spMk id="11" creationId="{2A39B854-4B6C-4F7F-A602-6F97770CED70}"/>
          </ac:spMkLst>
        </pc:spChg>
      </pc:sldChg>
      <pc:sldChg chg="addSp delSp modSp mod setBg">
        <pc:chgData name="LAMAR ROUNDTREE" userId="2084fe401e536afd" providerId="LiveId" clId="{040BD595-BF81-4207-9D01-B7FB6FA21920}" dt="2026-02-06T00:48:58.843" v="36" actId="26606"/>
        <pc:sldMkLst>
          <pc:docMk/>
          <pc:sldMk cId="823013536" sldId="267"/>
        </pc:sldMkLst>
        <pc:spChg chg="mod">
          <ac:chgData name="LAMAR ROUNDTREE" userId="2084fe401e536afd" providerId="LiveId" clId="{040BD595-BF81-4207-9D01-B7FB6FA21920}" dt="2026-02-06T00:48:58.843" v="36" actId="26606"/>
          <ac:spMkLst>
            <pc:docMk/>
            <pc:sldMk cId="823013536" sldId="267"/>
            <ac:spMk id="2" creationId="{A9F9CA3E-6106-682A-A856-8FD96E8C21F9}"/>
          </ac:spMkLst>
        </pc:spChg>
        <pc:spChg chg="add del">
          <ac:chgData name="LAMAR ROUNDTREE" userId="2084fe401e536afd" providerId="LiveId" clId="{040BD595-BF81-4207-9D01-B7FB6FA21920}" dt="2026-02-06T00:48:58.843" v="36" actId="26606"/>
          <ac:spMkLst>
            <pc:docMk/>
            <pc:sldMk cId="823013536" sldId="267"/>
            <ac:spMk id="7" creationId="{4D24BFD5-D814-402B-B6C4-EEF6AE14B0F2}"/>
          </ac:spMkLst>
        </pc:spChg>
        <pc:spChg chg="add del">
          <ac:chgData name="LAMAR ROUNDTREE" userId="2084fe401e536afd" providerId="LiveId" clId="{040BD595-BF81-4207-9D01-B7FB6FA21920}" dt="2026-02-06T00:48:58.843" v="36" actId="26606"/>
          <ac:spMkLst>
            <pc:docMk/>
            <pc:sldMk cId="823013536" sldId="267"/>
            <ac:spMk id="9" creationId="{36FED7E8-9A97-475F-9FA4-113410D4433B}"/>
          </ac:spMkLst>
        </pc:spChg>
        <pc:spChg chg="add del">
          <ac:chgData name="LAMAR ROUNDTREE" userId="2084fe401e536afd" providerId="LiveId" clId="{040BD595-BF81-4207-9D01-B7FB6FA21920}" dt="2026-02-06T00:48:58.843" v="36" actId="26606"/>
          <ac:spMkLst>
            <pc:docMk/>
            <pc:sldMk cId="823013536" sldId="267"/>
            <ac:spMk id="11" creationId="{2A39B854-4B6C-4F7F-A602-6F97770CED70}"/>
          </ac:spMkLst>
        </pc:spChg>
        <pc:spChg chg="add">
          <ac:chgData name="LAMAR ROUNDTREE" userId="2084fe401e536afd" providerId="LiveId" clId="{040BD595-BF81-4207-9D01-B7FB6FA21920}" dt="2026-02-06T00:48:58.843" v="36" actId="26606"/>
          <ac:spMkLst>
            <pc:docMk/>
            <pc:sldMk cId="823013536" sldId="267"/>
            <ac:spMk id="16" creationId="{C7D023E4-8DE1-436E-9847-ED6A4B4B04FD}"/>
          </ac:spMkLst>
        </pc:spChg>
        <pc:spChg chg="add">
          <ac:chgData name="LAMAR ROUNDTREE" userId="2084fe401e536afd" providerId="LiveId" clId="{040BD595-BF81-4207-9D01-B7FB6FA21920}" dt="2026-02-06T00:48:58.843" v="36" actId="26606"/>
          <ac:spMkLst>
            <pc:docMk/>
            <pc:sldMk cId="823013536" sldId="267"/>
            <ac:spMk id="18" creationId="{63C1F321-BB96-4700-B3CE-1A6156067F44}"/>
          </ac:spMkLst>
        </pc:spChg>
        <pc:grpChg chg="add">
          <ac:chgData name="LAMAR ROUNDTREE" userId="2084fe401e536afd" providerId="LiveId" clId="{040BD595-BF81-4207-9D01-B7FB6FA21920}" dt="2026-02-06T00:48:58.843" v="36" actId="26606"/>
          <ac:grpSpMkLst>
            <pc:docMk/>
            <pc:sldMk cId="823013536" sldId="267"/>
            <ac:grpSpMk id="20" creationId="{3FA1AD64-F15F-417D-956C-B2C211FC905E}"/>
          </ac:grpSpMkLst>
        </pc:grpChg>
        <pc:grpChg chg="add">
          <ac:chgData name="LAMAR ROUNDTREE" userId="2084fe401e536afd" providerId="LiveId" clId="{040BD595-BF81-4207-9D01-B7FB6FA21920}" dt="2026-02-06T00:48:58.843" v="36" actId="26606"/>
          <ac:grpSpMkLst>
            <pc:docMk/>
            <pc:sldMk cId="823013536" sldId="267"/>
            <ac:grpSpMk id="24" creationId="{43F5E015-E085-4624-B431-B42414448684}"/>
          </ac:grpSpMkLst>
        </pc:grpChg>
      </pc:sldChg>
      <pc:sldChg chg="addSp delSp modSp mod setBg addAnim delAnim">
        <pc:chgData name="LAMAR ROUNDTREE" userId="2084fe401e536afd" providerId="LiveId" clId="{040BD595-BF81-4207-9D01-B7FB6FA21920}" dt="2026-02-06T00:50:17.163" v="51" actId="26606"/>
        <pc:sldMkLst>
          <pc:docMk/>
          <pc:sldMk cId="4252568011" sldId="268"/>
        </pc:sldMkLst>
        <pc:spChg chg="mod">
          <ac:chgData name="LAMAR ROUNDTREE" userId="2084fe401e536afd" providerId="LiveId" clId="{040BD595-BF81-4207-9D01-B7FB6FA21920}" dt="2026-02-06T00:50:17.163" v="51" actId="26606"/>
          <ac:spMkLst>
            <pc:docMk/>
            <pc:sldMk cId="4252568011" sldId="268"/>
            <ac:spMk id="2" creationId="{2CA93F40-58BB-00AB-01F1-4FFDB683543F}"/>
          </ac:spMkLst>
        </pc:spChg>
        <pc:spChg chg="add del">
          <ac:chgData name="LAMAR ROUNDTREE" userId="2084fe401e536afd" providerId="LiveId" clId="{040BD595-BF81-4207-9D01-B7FB6FA21920}" dt="2026-02-06T00:45:34.199" v="5" actId="26606"/>
          <ac:spMkLst>
            <pc:docMk/>
            <pc:sldMk cId="4252568011" sldId="268"/>
            <ac:spMk id="7" creationId="{943CAA20-3569-4189-9E48-239A229A86CA}"/>
          </ac:spMkLst>
        </pc:spChg>
        <pc:spChg chg="add del">
          <ac:chgData name="LAMAR ROUNDTREE" userId="2084fe401e536afd" providerId="LiveId" clId="{040BD595-BF81-4207-9D01-B7FB6FA21920}" dt="2026-02-06T00:50:17.163" v="51" actId="26606"/>
          <ac:spMkLst>
            <pc:docMk/>
            <pc:sldMk cId="4252568011" sldId="268"/>
            <ac:spMk id="8" creationId="{9B7AD9F6-8CE7-4299-8FC6-328F4DCD3FF9}"/>
          </ac:spMkLst>
        </pc:spChg>
        <pc:spChg chg="add del">
          <ac:chgData name="LAMAR ROUNDTREE" userId="2084fe401e536afd" providerId="LiveId" clId="{040BD595-BF81-4207-9D01-B7FB6FA21920}" dt="2026-02-06T00:45:34.199" v="5" actId="26606"/>
          <ac:spMkLst>
            <pc:docMk/>
            <pc:sldMk cId="4252568011" sldId="268"/>
            <ac:spMk id="9" creationId="{DA542B6D-E775-4832-91DC-2D20F857813A}"/>
          </ac:spMkLst>
        </pc:spChg>
        <pc:spChg chg="add del">
          <ac:chgData name="LAMAR ROUNDTREE" userId="2084fe401e536afd" providerId="LiveId" clId="{040BD595-BF81-4207-9D01-B7FB6FA21920}" dt="2026-02-06T00:50:17.163" v="51" actId="26606"/>
          <ac:spMkLst>
            <pc:docMk/>
            <pc:sldMk cId="4252568011" sldId="268"/>
            <ac:spMk id="10" creationId="{F49775AF-8896-43EE-92C6-83497D6DC56F}"/>
          </ac:spMkLst>
        </pc:spChg>
        <pc:spChg chg="add">
          <ac:chgData name="LAMAR ROUNDTREE" userId="2084fe401e536afd" providerId="LiveId" clId="{040BD595-BF81-4207-9D01-B7FB6FA21920}" dt="2026-02-06T00:50:17.163" v="51" actId="26606"/>
          <ac:spMkLst>
            <pc:docMk/>
            <pc:sldMk cId="4252568011" sldId="268"/>
            <ac:spMk id="15" creationId="{9B7AD9F6-8CE7-4299-8FC6-328F4DCD3FF9}"/>
          </ac:spMkLst>
        </pc:spChg>
        <pc:spChg chg="add">
          <ac:chgData name="LAMAR ROUNDTREE" userId="2084fe401e536afd" providerId="LiveId" clId="{040BD595-BF81-4207-9D01-B7FB6FA21920}" dt="2026-02-06T00:50:17.163" v="51" actId="26606"/>
          <ac:spMkLst>
            <pc:docMk/>
            <pc:sldMk cId="4252568011" sldId="268"/>
            <ac:spMk id="17" creationId="{F49775AF-8896-43EE-92C6-83497D6DC56F}"/>
          </ac:spMkLst>
        </pc:spChg>
        <pc:picChg chg="add mod">
          <ac:chgData name="LAMAR ROUNDTREE" userId="2084fe401e536afd" providerId="LiveId" clId="{040BD595-BF81-4207-9D01-B7FB6FA21920}" dt="2026-02-06T00:50:17.163" v="51" actId="26606"/>
          <ac:picMkLst>
            <pc:docMk/>
            <pc:sldMk cId="4252568011" sldId="268"/>
            <ac:picMk id="4" creationId="{3167BC08-8699-2EEC-8964-A1F4AB5C2BE7}"/>
          </ac:picMkLst>
        </pc:picChg>
      </pc:sldChg>
      <pc:sldChg chg="addSp modSp mod setBg">
        <pc:chgData name="LAMAR ROUNDTREE" userId="2084fe401e536afd" providerId="LiveId" clId="{040BD595-BF81-4207-9D01-B7FB6FA21920}" dt="2026-02-06T00:47:46.775" v="18" actId="27636"/>
        <pc:sldMkLst>
          <pc:docMk/>
          <pc:sldMk cId="933771350" sldId="269"/>
        </pc:sldMkLst>
        <pc:spChg chg="mod">
          <ac:chgData name="LAMAR ROUNDTREE" userId="2084fe401e536afd" providerId="LiveId" clId="{040BD595-BF81-4207-9D01-B7FB6FA21920}" dt="2026-02-06T00:47:46.775" v="18" actId="27636"/>
          <ac:spMkLst>
            <pc:docMk/>
            <pc:sldMk cId="933771350" sldId="269"/>
            <ac:spMk id="2" creationId="{270A2D48-EC31-249B-AB62-1C7DFF45A0E0}"/>
          </ac:spMkLst>
        </pc:spChg>
        <pc:spChg chg="add">
          <ac:chgData name="LAMAR ROUNDTREE" userId="2084fe401e536afd" providerId="LiveId" clId="{040BD595-BF81-4207-9D01-B7FB6FA21920}" dt="2026-02-06T00:47:46.749" v="17" actId="26606"/>
          <ac:spMkLst>
            <pc:docMk/>
            <pc:sldMk cId="933771350" sldId="269"/>
            <ac:spMk id="7" creationId="{943CAA20-3569-4189-9E48-239A229A86CA}"/>
          </ac:spMkLst>
        </pc:spChg>
        <pc:spChg chg="add">
          <ac:chgData name="LAMAR ROUNDTREE" userId="2084fe401e536afd" providerId="LiveId" clId="{040BD595-BF81-4207-9D01-B7FB6FA21920}" dt="2026-02-06T00:47:46.749" v="17" actId="26606"/>
          <ac:spMkLst>
            <pc:docMk/>
            <pc:sldMk cId="933771350" sldId="269"/>
            <ac:spMk id="9" creationId="{DA542B6D-E775-4832-91DC-2D20F857813A}"/>
          </ac:spMkLst>
        </pc:spChg>
      </pc:sldChg>
      <pc:sldChg chg="addSp delSp modSp mod setBg addAnim delAnim">
        <pc:chgData name="LAMAR ROUNDTREE" userId="2084fe401e536afd" providerId="LiveId" clId="{040BD595-BF81-4207-9D01-B7FB6FA21920}" dt="2026-02-06T00:49:41.035" v="46" actId="27636"/>
        <pc:sldMkLst>
          <pc:docMk/>
          <pc:sldMk cId="4034949807" sldId="270"/>
        </pc:sldMkLst>
        <pc:spChg chg="mod">
          <ac:chgData name="LAMAR ROUNDTREE" userId="2084fe401e536afd" providerId="LiveId" clId="{040BD595-BF81-4207-9D01-B7FB6FA21920}" dt="2026-02-06T00:49:41.035" v="46" actId="27636"/>
          <ac:spMkLst>
            <pc:docMk/>
            <pc:sldMk cId="4034949807" sldId="270"/>
            <ac:spMk id="2" creationId="{CFD07842-C5EA-3A77-1359-4208AF53FCFA}"/>
          </ac:spMkLst>
        </pc:spChg>
        <pc:spChg chg="add del">
          <ac:chgData name="LAMAR ROUNDTREE" userId="2084fe401e536afd" providerId="LiveId" clId="{040BD595-BF81-4207-9D01-B7FB6FA21920}" dt="2026-02-06T00:47:51.655" v="22" actId="26606"/>
          <ac:spMkLst>
            <pc:docMk/>
            <pc:sldMk cId="4034949807" sldId="270"/>
            <ac:spMk id="7" creationId="{4D24BFD5-D814-402B-B6C4-EEF6AE14B0F2}"/>
          </ac:spMkLst>
        </pc:spChg>
        <pc:spChg chg="add del">
          <ac:chgData name="LAMAR ROUNDTREE" userId="2084fe401e536afd" providerId="LiveId" clId="{040BD595-BF81-4207-9D01-B7FB6FA21920}" dt="2026-02-06T00:47:51.655" v="22" actId="26606"/>
          <ac:spMkLst>
            <pc:docMk/>
            <pc:sldMk cId="4034949807" sldId="270"/>
            <ac:spMk id="9" creationId="{36FED7E8-9A97-475F-9FA4-113410D4433B}"/>
          </ac:spMkLst>
        </pc:spChg>
        <pc:spChg chg="add del">
          <ac:chgData name="LAMAR ROUNDTREE" userId="2084fe401e536afd" providerId="LiveId" clId="{040BD595-BF81-4207-9D01-B7FB6FA21920}" dt="2026-02-06T00:47:51.655" v="22" actId="26606"/>
          <ac:spMkLst>
            <pc:docMk/>
            <pc:sldMk cId="4034949807" sldId="270"/>
            <ac:spMk id="11" creationId="{2A39B854-4B6C-4F7F-A602-6F97770CED70}"/>
          </ac:spMkLst>
        </pc:spChg>
        <pc:spChg chg="add del">
          <ac:chgData name="LAMAR ROUNDTREE" userId="2084fe401e536afd" providerId="LiveId" clId="{040BD595-BF81-4207-9D01-B7FB6FA21920}" dt="2026-02-06T00:49:41.025" v="45" actId="26606"/>
          <ac:spMkLst>
            <pc:docMk/>
            <pc:sldMk cId="4034949807" sldId="270"/>
            <ac:spMk id="13" creationId="{646273DA-F933-4D17-A5FE-B1EF87FD7A20}"/>
          </ac:spMkLst>
        </pc:spChg>
        <pc:spChg chg="add del">
          <ac:chgData name="LAMAR ROUNDTREE" userId="2084fe401e536afd" providerId="LiveId" clId="{040BD595-BF81-4207-9D01-B7FB6FA21920}" dt="2026-02-06T00:49:41.025" v="45" actId="26606"/>
          <ac:spMkLst>
            <pc:docMk/>
            <pc:sldMk cId="4034949807" sldId="270"/>
            <ac:spMk id="14" creationId="{F12E7CC5-C78B-4EBD-9565-3FA00FAA6CF2}"/>
          </ac:spMkLst>
        </pc:spChg>
        <pc:spChg chg="add del">
          <ac:chgData name="LAMAR ROUNDTREE" userId="2084fe401e536afd" providerId="LiveId" clId="{040BD595-BF81-4207-9D01-B7FB6FA21920}" dt="2026-02-06T00:49:41.025" v="45" actId="26606"/>
          <ac:spMkLst>
            <pc:docMk/>
            <pc:sldMk cId="4034949807" sldId="270"/>
            <ac:spMk id="15" creationId="{3A4529A5-F675-429F-8044-01372BB13422}"/>
          </ac:spMkLst>
        </pc:spChg>
        <pc:spChg chg="add del">
          <ac:chgData name="LAMAR ROUNDTREE" userId="2084fe401e536afd" providerId="LiveId" clId="{040BD595-BF81-4207-9D01-B7FB6FA21920}" dt="2026-02-06T00:49:41.025" v="45" actId="26606"/>
          <ac:spMkLst>
            <pc:docMk/>
            <pc:sldMk cId="4034949807" sldId="270"/>
            <ac:spMk id="16" creationId="{32C5B66D-E390-4A14-AB60-69626CBF294E}"/>
          </ac:spMkLst>
        </pc:spChg>
        <pc:spChg chg="add del">
          <ac:chgData name="LAMAR ROUNDTREE" userId="2084fe401e536afd" providerId="LiveId" clId="{040BD595-BF81-4207-9D01-B7FB6FA21920}" dt="2026-02-06T00:49:32.638" v="42" actId="26606"/>
          <ac:spMkLst>
            <pc:docMk/>
            <pc:sldMk cId="4034949807" sldId="270"/>
            <ac:spMk id="21" creationId="{C7D023E4-8DE1-436E-9847-ED6A4B4B04FD}"/>
          </ac:spMkLst>
        </pc:spChg>
        <pc:spChg chg="add del">
          <ac:chgData name="LAMAR ROUNDTREE" userId="2084fe401e536afd" providerId="LiveId" clId="{040BD595-BF81-4207-9D01-B7FB6FA21920}" dt="2026-02-06T00:49:32.638" v="42" actId="26606"/>
          <ac:spMkLst>
            <pc:docMk/>
            <pc:sldMk cId="4034949807" sldId="270"/>
            <ac:spMk id="23" creationId="{63C1F321-BB96-4700-B3CE-1A6156067F44}"/>
          </ac:spMkLst>
        </pc:spChg>
        <pc:spChg chg="add del">
          <ac:chgData name="LAMAR ROUNDTREE" userId="2084fe401e536afd" providerId="LiveId" clId="{040BD595-BF81-4207-9D01-B7FB6FA21920}" dt="2026-02-06T00:49:40.913" v="44" actId="26606"/>
          <ac:spMkLst>
            <pc:docMk/>
            <pc:sldMk cId="4034949807" sldId="270"/>
            <ac:spMk id="38" creationId="{C7D023E4-8DE1-436E-9847-ED6A4B4B04FD}"/>
          </ac:spMkLst>
        </pc:spChg>
        <pc:spChg chg="add">
          <ac:chgData name="LAMAR ROUNDTREE" userId="2084fe401e536afd" providerId="LiveId" clId="{040BD595-BF81-4207-9D01-B7FB6FA21920}" dt="2026-02-06T00:49:41.025" v="45" actId="26606"/>
          <ac:spMkLst>
            <pc:docMk/>
            <pc:sldMk cId="4034949807" sldId="270"/>
            <ac:spMk id="49" creationId="{C7D023E4-8DE1-436E-9847-ED6A4B4B04FD}"/>
          </ac:spMkLst>
        </pc:spChg>
        <pc:spChg chg="add">
          <ac:chgData name="LAMAR ROUNDTREE" userId="2084fe401e536afd" providerId="LiveId" clId="{040BD595-BF81-4207-9D01-B7FB6FA21920}" dt="2026-02-06T00:49:41.025" v="45" actId="26606"/>
          <ac:spMkLst>
            <pc:docMk/>
            <pc:sldMk cId="4034949807" sldId="270"/>
            <ac:spMk id="50" creationId="{6BE11944-ED05-4FE9-9927-06C110BB3A36}"/>
          </ac:spMkLst>
        </pc:spChg>
        <pc:grpChg chg="add del">
          <ac:chgData name="LAMAR ROUNDTREE" userId="2084fe401e536afd" providerId="LiveId" clId="{040BD595-BF81-4207-9D01-B7FB6FA21920}" dt="2026-02-06T00:49:32.638" v="42" actId="26606"/>
          <ac:grpSpMkLst>
            <pc:docMk/>
            <pc:sldMk cId="4034949807" sldId="270"/>
            <ac:grpSpMk id="25" creationId="{3FA1AD64-F15F-417D-956C-B2C211FC905E}"/>
          </ac:grpSpMkLst>
        </pc:grpChg>
        <pc:grpChg chg="add del">
          <ac:chgData name="LAMAR ROUNDTREE" userId="2084fe401e536afd" providerId="LiveId" clId="{040BD595-BF81-4207-9D01-B7FB6FA21920}" dt="2026-02-06T00:49:32.638" v="42" actId="26606"/>
          <ac:grpSpMkLst>
            <pc:docMk/>
            <pc:sldMk cId="4034949807" sldId="270"/>
            <ac:grpSpMk id="29" creationId="{43F5E015-E085-4624-B431-B42414448684}"/>
          </ac:grpSpMkLst>
        </pc:grpChg>
        <pc:grpChg chg="add del">
          <ac:chgData name="LAMAR ROUNDTREE" userId="2084fe401e536afd" providerId="LiveId" clId="{040BD595-BF81-4207-9D01-B7FB6FA21920}" dt="2026-02-06T00:49:40.913" v="44" actId="26606"/>
          <ac:grpSpMkLst>
            <pc:docMk/>
            <pc:sldMk cId="4034949807" sldId="270"/>
            <ac:grpSpMk id="39" creationId="{C4C42016-34C0-4D37-91CF-48308269607E}"/>
          </ac:grpSpMkLst>
        </pc:grpChg>
        <pc:grpChg chg="add del">
          <ac:chgData name="LAMAR ROUNDTREE" userId="2084fe401e536afd" providerId="LiveId" clId="{040BD595-BF81-4207-9D01-B7FB6FA21920}" dt="2026-02-06T00:49:40.913" v="44" actId="26606"/>
          <ac:grpSpMkLst>
            <pc:docMk/>
            <pc:sldMk cId="4034949807" sldId="270"/>
            <ac:grpSpMk id="41" creationId="{5A7DBA8A-AFD3-4A43-8CFF-101BE55E4E68}"/>
          </ac:grpSpMkLst>
        </pc:grpChg>
        <pc:grpChg chg="add">
          <ac:chgData name="LAMAR ROUNDTREE" userId="2084fe401e536afd" providerId="LiveId" clId="{040BD595-BF81-4207-9D01-B7FB6FA21920}" dt="2026-02-06T00:49:41.025" v="45" actId="26606"/>
          <ac:grpSpMkLst>
            <pc:docMk/>
            <pc:sldMk cId="4034949807" sldId="270"/>
            <ac:grpSpMk id="51" creationId="{A2812508-238C-4BCD-BDD3-25C99C5CA233}"/>
          </ac:grpSpMkLst>
        </pc:grpChg>
        <pc:grpChg chg="add">
          <ac:chgData name="LAMAR ROUNDTREE" userId="2084fe401e536afd" providerId="LiveId" clId="{040BD595-BF81-4207-9D01-B7FB6FA21920}" dt="2026-02-06T00:49:41.025" v="45" actId="26606"/>
          <ac:grpSpMkLst>
            <pc:docMk/>
            <pc:sldMk cId="4034949807" sldId="270"/>
            <ac:grpSpMk id="52" creationId="{43F5E015-E085-4624-B431-B42414448684}"/>
          </ac:grpSpMkLst>
        </pc:grpChg>
      </pc:sldChg>
      <pc:sldChg chg="addSp modSp mod setBg">
        <pc:chgData name="LAMAR ROUNDTREE" userId="2084fe401e536afd" providerId="LiveId" clId="{040BD595-BF81-4207-9D01-B7FB6FA21920}" dt="2026-02-06T00:47:55.709" v="25" actId="26606"/>
        <pc:sldMkLst>
          <pc:docMk/>
          <pc:sldMk cId="163488120" sldId="271"/>
        </pc:sldMkLst>
        <pc:spChg chg="mod">
          <ac:chgData name="LAMAR ROUNDTREE" userId="2084fe401e536afd" providerId="LiveId" clId="{040BD595-BF81-4207-9D01-B7FB6FA21920}" dt="2026-02-06T00:47:55.709" v="25" actId="26606"/>
          <ac:spMkLst>
            <pc:docMk/>
            <pc:sldMk cId="163488120" sldId="271"/>
            <ac:spMk id="2" creationId="{A8BEC324-9B15-A7BC-4F8F-993E6A235D6A}"/>
          </ac:spMkLst>
        </pc:spChg>
        <pc:spChg chg="add">
          <ac:chgData name="LAMAR ROUNDTREE" userId="2084fe401e536afd" providerId="LiveId" clId="{040BD595-BF81-4207-9D01-B7FB6FA21920}" dt="2026-02-06T00:47:55.709" v="25" actId="26606"/>
          <ac:spMkLst>
            <pc:docMk/>
            <pc:sldMk cId="163488120" sldId="271"/>
            <ac:spMk id="7" creationId="{4D24BFD5-D814-402B-B6C4-EEF6AE14B0F2}"/>
          </ac:spMkLst>
        </pc:spChg>
        <pc:spChg chg="add">
          <ac:chgData name="LAMAR ROUNDTREE" userId="2084fe401e536afd" providerId="LiveId" clId="{040BD595-BF81-4207-9D01-B7FB6FA21920}" dt="2026-02-06T00:47:55.709" v="25" actId="26606"/>
          <ac:spMkLst>
            <pc:docMk/>
            <pc:sldMk cId="163488120" sldId="271"/>
            <ac:spMk id="9" creationId="{36FED7E8-9A97-475F-9FA4-113410D4433B}"/>
          </ac:spMkLst>
        </pc:spChg>
        <pc:spChg chg="add">
          <ac:chgData name="LAMAR ROUNDTREE" userId="2084fe401e536afd" providerId="LiveId" clId="{040BD595-BF81-4207-9D01-B7FB6FA21920}" dt="2026-02-06T00:47:55.709" v="25" actId="26606"/>
          <ac:spMkLst>
            <pc:docMk/>
            <pc:sldMk cId="163488120" sldId="271"/>
            <ac:spMk id="11" creationId="{2A39B854-4B6C-4F7F-A602-6F97770CED70}"/>
          </ac:spMkLst>
        </pc:spChg>
      </pc:sldChg>
      <pc:sldChg chg="addSp modSp mod setBg">
        <pc:chgData name="LAMAR ROUNDTREE" userId="2084fe401e536afd" providerId="LiveId" clId="{040BD595-BF81-4207-9D01-B7FB6FA21920}" dt="2026-02-06T00:48:02.359" v="26" actId="26606"/>
        <pc:sldMkLst>
          <pc:docMk/>
          <pc:sldMk cId="2284809134" sldId="272"/>
        </pc:sldMkLst>
        <pc:spChg chg="mod">
          <ac:chgData name="LAMAR ROUNDTREE" userId="2084fe401e536afd" providerId="LiveId" clId="{040BD595-BF81-4207-9D01-B7FB6FA21920}" dt="2026-02-06T00:48:02.359" v="26" actId="26606"/>
          <ac:spMkLst>
            <pc:docMk/>
            <pc:sldMk cId="2284809134" sldId="272"/>
            <ac:spMk id="2" creationId="{72C2FB01-58A5-9F2A-BBD0-4D08F17BE9A1}"/>
          </ac:spMkLst>
        </pc:spChg>
        <pc:spChg chg="add">
          <ac:chgData name="LAMAR ROUNDTREE" userId="2084fe401e536afd" providerId="LiveId" clId="{040BD595-BF81-4207-9D01-B7FB6FA21920}" dt="2026-02-06T00:48:02.359" v="26" actId="26606"/>
          <ac:spMkLst>
            <pc:docMk/>
            <pc:sldMk cId="2284809134" sldId="272"/>
            <ac:spMk id="7" creationId="{9B6CD22E-2269-419F-9E81-016EA035D4C1}"/>
          </ac:spMkLst>
        </pc:spChg>
        <pc:spChg chg="add">
          <ac:chgData name="LAMAR ROUNDTREE" userId="2084fe401e536afd" providerId="LiveId" clId="{040BD595-BF81-4207-9D01-B7FB6FA21920}" dt="2026-02-06T00:48:02.359" v="26" actId="26606"/>
          <ac:spMkLst>
            <pc:docMk/>
            <pc:sldMk cId="2284809134" sldId="272"/>
            <ac:spMk id="9" creationId="{AA607D34-E2A9-4595-9DB2-5472E077CA49}"/>
          </ac:spMkLst>
        </pc:spChg>
        <pc:spChg chg="add">
          <ac:chgData name="LAMAR ROUNDTREE" userId="2084fe401e536afd" providerId="LiveId" clId="{040BD595-BF81-4207-9D01-B7FB6FA21920}" dt="2026-02-06T00:48:02.359" v="26" actId="26606"/>
          <ac:spMkLst>
            <pc:docMk/>
            <pc:sldMk cId="2284809134" sldId="272"/>
            <ac:spMk id="11" creationId="{63DAB858-5A0C-4AFF-AAC6-705EDF8DB733}"/>
          </ac:spMkLst>
        </pc:spChg>
        <pc:spChg chg="add">
          <ac:chgData name="LAMAR ROUNDTREE" userId="2084fe401e536afd" providerId="LiveId" clId="{040BD595-BF81-4207-9D01-B7FB6FA21920}" dt="2026-02-06T00:48:02.359" v="26" actId="26606"/>
          <ac:spMkLst>
            <pc:docMk/>
            <pc:sldMk cId="2284809134" sldId="272"/>
            <ac:spMk id="13" creationId="{8FFD9892-EDE5-4886-A313-66099DA8C8F1}"/>
          </ac:spMkLst>
        </pc:spChg>
      </pc:sldChg>
      <pc:sldChg chg="addSp delSp modSp mod setBg">
        <pc:chgData name="LAMAR ROUNDTREE" userId="2084fe401e536afd" providerId="LiveId" clId="{040BD595-BF81-4207-9D01-B7FB6FA21920}" dt="2026-02-06T00:49:47.724" v="47" actId="26606"/>
        <pc:sldMkLst>
          <pc:docMk/>
          <pc:sldMk cId="744782005" sldId="273"/>
        </pc:sldMkLst>
        <pc:spChg chg="mod">
          <ac:chgData name="LAMAR ROUNDTREE" userId="2084fe401e536afd" providerId="LiveId" clId="{040BD595-BF81-4207-9D01-B7FB6FA21920}" dt="2026-02-06T00:49:47.724" v="47" actId="26606"/>
          <ac:spMkLst>
            <pc:docMk/>
            <pc:sldMk cId="744782005" sldId="273"/>
            <ac:spMk id="2" creationId="{98315E19-1374-BD53-507F-220B319BCCA1}"/>
          </ac:spMkLst>
        </pc:spChg>
        <pc:spChg chg="add del">
          <ac:chgData name="LAMAR ROUNDTREE" userId="2084fe401e536afd" providerId="LiveId" clId="{040BD595-BF81-4207-9D01-B7FB6FA21920}" dt="2026-02-06T00:49:47.724" v="47" actId="26606"/>
          <ac:spMkLst>
            <pc:docMk/>
            <pc:sldMk cId="744782005" sldId="273"/>
            <ac:spMk id="7" creationId="{4D24BFD5-D814-402B-B6C4-EEF6AE14B0F2}"/>
          </ac:spMkLst>
        </pc:spChg>
        <pc:spChg chg="add del">
          <ac:chgData name="LAMAR ROUNDTREE" userId="2084fe401e536afd" providerId="LiveId" clId="{040BD595-BF81-4207-9D01-B7FB6FA21920}" dt="2026-02-06T00:49:47.724" v="47" actId="26606"/>
          <ac:spMkLst>
            <pc:docMk/>
            <pc:sldMk cId="744782005" sldId="273"/>
            <ac:spMk id="9" creationId="{36FED7E8-9A97-475F-9FA4-113410D4433B}"/>
          </ac:spMkLst>
        </pc:spChg>
        <pc:spChg chg="add del">
          <ac:chgData name="LAMAR ROUNDTREE" userId="2084fe401e536afd" providerId="LiveId" clId="{040BD595-BF81-4207-9D01-B7FB6FA21920}" dt="2026-02-06T00:49:47.724" v="47" actId="26606"/>
          <ac:spMkLst>
            <pc:docMk/>
            <pc:sldMk cId="744782005" sldId="273"/>
            <ac:spMk id="11" creationId="{2A39B854-4B6C-4F7F-A602-6F97770CED70}"/>
          </ac:spMkLst>
        </pc:spChg>
        <pc:spChg chg="add">
          <ac:chgData name="LAMAR ROUNDTREE" userId="2084fe401e536afd" providerId="LiveId" clId="{040BD595-BF81-4207-9D01-B7FB6FA21920}" dt="2026-02-06T00:49:47.724" v="47" actId="26606"/>
          <ac:spMkLst>
            <pc:docMk/>
            <pc:sldMk cId="744782005" sldId="273"/>
            <ac:spMk id="16" creationId="{C7D023E4-8DE1-436E-9847-ED6A4B4B04FD}"/>
          </ac:spMkLst>
        </pc:spChg>
        <pc:spChg chg="add">
          <ac:chgData name="LAMAR ROUNDTREE" userId="2084fe401e536afd" providerId="LiveId" clId="{040BD595-BF81-4207-9D01-B7FB6FA21920}" dt="2026-02-06T00:49:47.724" v="47" actId="26606"/>
          <ac:spMkLst>
            <pc:docMk/>
            <pc:sldMk cId="744782005" sldId="273"/>
            <ac:spMk id="18" creationId="{63C1F321-BB96-4700-B3CE-1A6156067F44}"/>
          </ac:spMkLst>
        </pc:spChg>
        <pc:grpChg chg="add">
          <ac:chgData name="LAMAR ROUNDTREE" userId="2084fe401e536afd" providerId="LiveId" clId="{040BD595-BF81-4207-9D01-B7FB6FA21920}" dt="2026-02-06T00:49:47.724" v="47" actId="26606"/>
          <ac:grpSpMkLst>
            <pc:docMk/>
            <pc:sldMk cId="744782005" sldId="273"/>
            <ac:grpSpMk id="20" creationId="{3FA1AD64-F15F-417D-956C-B2C211FC905E}"/>
          </ac:grpSpMkLst>
        </pc:grpChg>
        <pc:grpChg chg="add">
          <ac:chgData name="LAMAR ROUNDTREE" userId="2084fe401e536afd" providerId="LiveId" clId="{040BD595-BF81-4207-9D01-B7FB6FA21920}" dt="2026-02-06T00:49:47.724" v="47" actId="26606"/>
          <ac:grpSpMkLst>
            <pc:docMk/>
            <pc:sldMk cId="744782005" sldId="273"/>
            <ac:grpSpMk id="24" creationId="{43F5E015-E085-4624-B431-B42414448684}"/>
          </ac:grpSpMkLst>
        </pc:grpChg>
      </pc:sldChg>
      <pc:sldChg chg="addSp modSp mod setBg">
        <pc:chgData name="LAMAR ROUNDTREE" userId="2084fe401e536afd" providerId="LiveId" clId="{040BD595-BF81-4207-9D01-B7FB6FA21920}" dt="2026-02-06T00:48:15.379" v="28" actId="26606"/>
        <pc:sldMkLst>
          <pc:docMk/>
          <pc:sldMk cId="2198324640" sldId="274"/>
        </pc:sldMkLst>
        <pc:spChg chg="mod">
          <ac:chgData name="LAMAR ROUNDTREE" userId="2084fe401e536afd" providerId="LiveId" clId="{040BD595-BF81-4207-9D01-B7FB6FA21920}" dt="2026-02-06T00:48:15.379" v="28" actId="26606"/>
          <ac:spMkLst>
            <pc:docMk/>
            <pc:sldMk cId="2198324640" sldId="274"/>
            <ac:spMk id="2" creationId="{7CFA91A2-82BF-EA76-0F1C-EF199CB180A0}"/>
          </ac:spMkLst>
        </pc:spChg>
        <pc:spChg chg="add">
          <ac:chgData name="LAMAR ROUNDTREE" userId="2084fe401e536afd" providerId="LiveId" clId="{040BD595-BF81-4207-9D01-B7FB6FA21920}" dt="2026-02-06T00:48:15.379" v="28" actId="26606"/>
          <ac:spMkLst>
            <pc:docMk/>
            <pc:sldMk cId="2198324640" sldId="274"/>
            <ac:spMk id="7" creationId="{943CAA20-3569-4189-9E48-239A229A86CA}"/>
          </ac:spMkLst>
        </pc:spChg>
        <pc:spChg chg="add">
          <ac:chgData name="LAMAR ROUNDTREE" userId="2084fe401e536afd" providerId="LiveId" clId="{040BD595-BF81-4207-9D01-B7FB6FA21920}" dt="2026-02-06T00:48:15.379" v="28" actId="26606"/>
          <ac:spMkLst>
            <pc:docMk/>
            <pc:sldMk cId="2198324640" sldId="274"/>
            <ac:spMk id="9" creationId="{DA542B6D-E775-4832-91DC-2D20F857813A}"/>
          </ac:spMkLst>
        </pc:spChg>
      </pc:sldChg>
      <pc:sldChg chg="addSp modSp mod setBg">
        <pc:chgData name="LAMAR ROUNDTREE" userId="2084fe401e536afd" providerId="LiveId" clId="{040BD595-BF81-4207-9D01-B7FB6FA21920}" dt="2026-02-06T00:48:18.703" v="30" actId="27636"/>
        <pc:sldMkLst>
          <pc:docMk/>
          <pc:sldMk cId="4003094793" sldId="276"/>
        </pc:sldMkLst>
        <pc:spChg chg="mod">
          <ac:chgData name="LAMAR ROUNDTREE" userId="2084fe401e536afd" providerId="LiveId" clId="{040BD595-BF81-4207-9D01-B7FB6FA21920}" dt="2026-02-06T00:48:18.703" v="30" actId="27636"/>
          <ac:spMkLst>
            <pc:docMk/>
            <pc:sldMk cId="4003094793" sldId="276"/>
            <ac:spMk id="2" creationId="{5B94FEFC-6E09-14AF-F00B-B600DB20DD29}"/>
          </ac:spMkLst>
        </pc:spChg>
        <pc:spChg chg="add">
          <ac:chgData name="LAMAR ROUNDTREE" userId="2084fe401e536afd" providerId="LiveId" clId="{040BD595-BF81-4207-9D01-B7FB6FA21920}" dt="2026-02-06T00:48:18.683" v="29" actId="26606"/>
          <ac:spMkLst>
            <pc:docMk/>
            <pc:sldMk cId="4003094793" sldId="276"/>
            <ac:spMk id="7" creationId="{F12E7CC5-C78B-4EBD-9565-3FA00FAA6CF2}"/>
          </ac:spMkLst>
        </pc:spChg>
        <pc:spChg chg="add">
          <ac:chgData name="LAMAR ROUNDTREE" userId="2084fe401e536afd" providerId="LiveId" clId="{040BD595-BF81-4207-9D01-B7FB6FA21920}" dt="2026-02-06T00:48:18.683" v="29" actId="26606"/>
          <ac:spMkLst>
            <pc:docMk/>
            <pc:sldMk cId="4003094793" sldId="276"/>
            <ac:spMk id="9" creationId="{3A4529A5-F675-429F-8044-01372BB13422}"/>
          </ac:spMkLst>
        </pc:spChg>
        <pc:spChg chg="add">
          <ac:chgData name="LAMAR ROUNDTREE" userId="2084fe401e536afd" providerId="LiveId" clId="{040BD595-BF81-4207-9D01-B7FB6FA21920}" dt="2026-02-06T00:48:18.683" v="29" actId="26606"/>
          <ac:spMkLst>
            <pc:docMk/>
            <pc:sldMk cId="4003094793" sldId="276"/>
            <ac:spMk id="11" creationId="{32C5B66D-E390-4A14-AB60-69626CBF294E}"/>
          </ac:spMkLst>
        </pc:spChg>
        <pc:spChg chg="add">
          <ac:chgData name="LAMAR ROUNDTREE" userId="2084fe401e536afd" providerId="LiveId" clId="{040BD595-BF81-4207-9D01-B7FB6FA21920}" dt="2026-02-06T00:48:18.683" v="29" actId="26606"/>
          <ac:spMkLst>
            <pc:docMk/>
            <pc:sldMk cId="4003094793" sldId="276"/>
            <ac:spMk id="13" creationId="{646273DA-F933-4D17-A5FE-B1EF87FD7A20}"/>
          </ac:spMkLst>
        </pc:spChg>
      </pc:sldChg>
      <pc:sldChg chg="addSp delSp modSp mod setBg addAnim">
        <pc:chgData name="LAMAR ROUNDTREE" userId="2084fe401e536afd" providerId="LiveId" clId="{040BD595-BF81-4207-9D01-B7FB6FA21920}" dt="2026-02-06T00:49:59.868" v="50" actId="27636"/>
        <pc:sldMkLst>
          <pc:docMk/>
          <pc:sldMk cId="3852021722" sldId="277"/>
        </pc:sldMkLst>
        <pc:spChg chg="mod">
          <ac:chgData name="LAMAR ROUNDTREE" userId="2084fe401e536afd" providerId="LiveId" clId="{040BD595-BF81-4207-9D01-B7FB6FA21920}" dt="2026-02-06T00:49:59.868" v="50" actId="27636"/>
          <ac:spMkLst>
            <pc:docMk/>
            <pc:sldMk cId="3852021722" sldId="277"/>
            <ac:spMk id="2" creationId="{936EB4F3-68F9-17BC-6273-C07E827DEA93}"/>
          </ac:spMkLst>
        </pc:spChg>
        <pc:spChg chg="add del">
          <ac:chgData name="LAMAR ROUNDTREE" userId="2084fe401e536afd" providerId="LiveId" clId="{040BD595-BF81-4207-9D01-B7FB6FA21920}" dt="2026-02-06T00:49:59.858" v="48" actId="26606"/>
          <ac:spMkLst>
            <pc:docMk/>
            <pc:sldMk cId="3852021722" sldId="277"/>
            <ac:spMk id="7" creationId="{9B6CD22E-2269-419F-9E81-016EA035D4C1}"/>
          </ac:spMkLst>
        </pc:spChg>
        <pc:spChg chg="add del">
          <ac:chgData name="LAMAR ROUNDTREE" userId="2084fe401e536afd" providerId="LiveId" clId="{040BD595-BF81-4207-9D01-B7FB6FA21920}" dt="2026-02-06T00:49:59.858" v="48" actId="26606"/>
          <ac:spMkLst>
            <pc:docMk/>
            <pc:sldMk cId="3852021722" sldId="277"/>
            <ac:spMk id="9" creationId="{AA607D34-E2A9-4595-9DB2-5472E077CA49}"/>
          </ac:spMkLst>
        </pc:spChg>
        <pc:spChg chg="add del">
          <ac:chgData name="LAMAR ROUNDTREE" userId="2084fe401e536afd" providerId="LiveId" clId="{040BD595-BF81-4207-9D01-B7FB6FA21920}" dt="2026-02-06T00:49:59.858" v="48" actId="26606"/>
          <ac:spMkLst>
            <pc:docMk/>
            <pc:sldMk cId="3852021722" sldId="277"/>
            <ac:spMk id="11" creationId="{63DAB858-5A0C-4AFF-AAC6-705EDF8DB733}"/>
          </ac:spMkLst>
        </pc:spChg>
        <pc:spChg chg="add del">
          <ac:chgData name="LAMAR ROUNDTREE" userId="2084fe401e536afd" providerId="LiveId" clId="{040BD595-BF81-4207-9D01-B7FB6FA21920}" dt="2026-02-06T00:49:59.858" v="48" actId="26606"/>
          <ac:spMkLst>
            <pc:docMk/>
            <pc:sldMk cId="3852021722" sldId="277"/>
            <ac:spMk id="13" creationId="{8FFD9892-EDE5-4886-A313-66099DA8C8F1}"/>
          </ac:spMkLst>
        </pc:spChg>
        <pc:spChg chg="add">
          <ac:chgData name="LAMAR ROUNDTREE" userId="2084fe401e536afd" providerId="LiveId" clId="{040BD595-BF81-4207-9D01-B7FB6FA21920}" dt="2026-02-06T00:49:59.858" v="48" actId="26606"/>
          <ac:spMkLst>
            <pc:docMk/>
            <pc:sldMk cId="3852021722" sldId="277"/>
            <ac:spMk id="18" creationId="{C7D023E4-8DE1-436E-9847-ED6A4B4B04FD}"/>
          </ac:spMkLst>
        </pc:spChg>
        <pc:spChg chg="add">
          <ac:chgData name="LAMAR ROUNDTREE" userId="2084fe401e536afd" providerId="LiveId" clId="{040BD595-BF81-4207-9D01-B7FB6FA21920}" dt="2026-02-06T00:49:59.858" v="48" actId="26606"/>
          <ac:spMkLst>
            <pc:docMk/>
            <pc:sldMk cId="3852021722" sldId="277"/>
            <ac:spMk id="20" creationId="{6BE11944-ED05-4FE9-9927-06C110BB3A36}"/>
          </ac:spMkLst>
        </pc:spChg>
        <pc:grpChg chg="add">
          <ac:chgData name="LAMAR ROUNDTREE" userId="2084fe401e536afd" providerId="LiveId" clId="{040BD595-BF81-4207-9D01-B7FB6FA21920}" dt="2026-02-06T00:49:59.858" v="48" actId="26606"/>
          <ac:grpSpMkLst>
            <pc:docMk/>
            <pc:sldMk cId="3852021722" sldId="277"/>
            <ac:grpSpMk id="22" creationId="{A2812508-238C-4BCD-BDD3-25C99C5CA233}"/>
          </ac:grpSpMkLst>
        </pc:grpChg>
        <pc:grpChg chg="add">
          <ac:chgData name="LAMAR ROUNDTREE" userId="2084fe401e536afd" providerId="LiveId" clId="{040BD595-BF81-4207-9D01-B7FB6FA21920}" dt="2026-02-06T00:49:59.858" v="48" actId="26606"/>
          <ac:grpSpMkLst>
            <pc:docMk/>
            <pc:sldMk cId="3852021722" sldId="277"/>
            <ac:grpSpMk id="26" creationId="{43F5E015-E085-4624-B431-B42414448684}"/>
          </ac:grpSpMkLst>
        </pc:grpChg>
      </pc:sldChg>
      <pc:sldChg chg="addSp modSp mod setBg">
        <pc:chgData name="LAMAR ROUNDTREE" userId="2084fe401e536afd" providerId="LiveId" clId="{040BD595-BF81-4207-9D01-B7FB6FA21920}" dt="2026-02-06T00:48:25.600" v="33" actId="26606"/>
        <pc:sldMkLst>
          <pc:docMk/>
          <pc:sldMk cId="1913818083" sldId="278"/>
        </pc:sldMkLst>
        <pc:spChg chg="mod">
          <ac:chgData name="LAMAR ROUNDTREE" userId="2084fe401e536afd" providerId="LiveId" clId="{040BD595-BF81-4207-9D01-B7FB6FA21920}" dt="2026-02-06T00:48:25.600" v="33" actId="26606"/>
          <ac:spMkLst>
            <pc:docMk/>
            <pc:sldMk cId="1913818083" sldId="278"/>
            <ac:spMk id="2" creationId="{DBBD1FC0-8ED5-5B64-9FAD-B5FC9FDA28E9}"/>
          </ac:spMkLst>
        </pc:spChg>
        <pc:spChg chg="add">
          <ac:chgData name="LAMAR ROUNDTREE" userId="2084fe401e536afd" providerId="LiveId" clId="{040BD595-BF81-4207-9D01-B7FB6FA21920}" dt="2026-02-06T00:48:25.600" v="33" actId="26606"/>
          <ac:spMkLst>
            <pc:docMk/>
            <pc:sldMk cId="1913818083" sldId="278"/>
            <ac:spMk id="7" creationId="{943CAA20-3569-4189-9E48-239A229A86CA}"/>
          </ac:spMkLst>
        </pc:spChg>
        <pc:spChg chg="add">
          <ac:chgData name="LAMAR ROUNDTREE" userId="2084fe401e536afd" providerId="LiveId" clId="{040BD595-BF81-4207-9D01-B7FB6FA21920}" dt="2026-02-06T00:48:25.600" v="33" actId="26606"/>
          <ac:spMkLst>
            <pc:docMk/>
            <pc:sldMk cId="1913818083" sldId="278"/>
            <ac:spMk id="9" creationId="{DA542B6D-E775-4832-91DC-2D20F857813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C3270-6BEF-1C04-A394-F5A5B51DA6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152B47-BECB-F92B-F999-C9A062317D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AF9FE2-92CB-025C-B31F-AD405AA93455}"/>
              </a:ext>
            </a:extLst>
          </p:cNvPr>
          <p:cNvSpPr>
            <a:spLocks noGrp="1"/>
          </p:cNvSpPr>
          <p:nvPr>
            <p:ph type="dt" sz="half" idx="10"/>
          </p:nvPr>
        </p:nvSpPr>
        <p:spPr/>
        <p:txBody>
          <a:bodyPr/>
          <a:lstStyle/>
          <a:p>
            <a:fld id="{29E8F54F-DFEF-4FF3-AF3D-B66156F0050B}" type="datetimeFigureOut">
              <a:rPr lang="en-US" smtClean="0"/>
              <a:t>2/5/2026</a:t>
            </a:fld>
            <a:endParaRPr lang="en-US"/>
          </a:p>
        </p:txBody>
      </p:sp>
      <p:sp>
        <p:nvSpPr>
          <p:cNvPr id="5" name="Footer Placeholder 4">
            <a:extLst>
              <a:ext uri="{FF2B5EF4-FFF2-40B4-BE49-F238E27FC236}">
                <a16:creationId xmlns:a16="http://schemas.microsoft.com/office/drawing/2014/main" id="{76CCED19-3A56-7B82-857C-097DFE66AB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2D5F68-5E25-DEBD-7015-D546F96AECFF}"/>
              </a:ext>
            </a:extLst>
          </p:cNvPr>
          <p:cNvSpPr>
            <a:spLocks noGrp="1"/>
          </p:cNvSpPr>
          <p:nvPr>
            <p:ph type="sldNum" sz="quarter" idx="12"/>
          </p:nvPr>
        </p:nvSpPr>
        <p:spPr/>
        <p:txBody>
          <a:bodyPr/>
          <a:lstStyle/>
          <a:p>
            <a:fld id="{6CB029FB-4EF2-4837-8CD5-61F1EC74CECB}" type="slidenum">
              <a:rPr lang="en-US" smtClean="0"/>
              <a:t>‹#›</a:t>
            </a:fld>
            <a:endParaRPr lang="en-US"/>
          </a:p>
        </p:txBody>
      </p:sp>
    </p:spTree>
    <p:extLst>
      <p:ext uri="{BB962C8B-B14F-4D97-AF65-F5344CB8AC3E}">
        <p14:creationId xmlns:p14="http://schemas.microsoft.com/office/powerpoint/2010/main" val="1426687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C910E-B667-A620-ACAB-6553B3929D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6A384E-AC14-7F0C-470E-A718DBBAE9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C1A253-29EC-D39C-2DAF-D0AEBA3BDA60}"/>
              </a:ext>
            </a:extLst>
          </p:cNvPr>
          <p:cNvSpPr>
            <a:spLocks noGrp="1"/>
          </p:cNvSpPr>
          <p:nvPr>
            <p:ph type="dt" sz="half" idx="10"/>
          </p:nvPr>
        </p:nvSpPr>
        <p:spPr/>
        <p:txBody>
          <a:bodyPr/>
          <a:lstStyle/>
          <a:p>
            <a:fld id="{29E8F54F-DFEF-4FF3-AF3D-B66156F0050B}" type="datetimeFigureOut">
              <a:rPr lang="en-US" smtClean="0"/>
              <a:t>2/5/2026</a:t>
            </a:fld>
            <a:endParaRPr lang="en-US"/>
          </a:p>
        </p:txBody>
      </p:sp>
      <p:sp>
        <p:nvSpPr>
          <p:cNvPr id="5" name="Footer Placeholder 4">
            <a:extLst>
              <a:ext uri="{FF2B5EF4-FFF2-40B4-BE49-F238E27FC236}">
                <a16:creationId xmlns:a16="http://schemas.microsoft.com/office/drawing/2014/main" id="{8E314B7F-B520-824C-4863-45714D3FDB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7EE2AD-34EC-612E-DFB3-CAF231E836AD}"/>
              </a:ext>
            </a:extLst>
          </p:cNvPr>
          <p:cNvSpPr>
            <a:spLocks noGrp="1"/>
          </p:cNvSpPr>
          <p:nvPr>
            <p:ph type="sldNum" sz="quarter" idx="12"/>
          </p:nvPr>
        </p:nvSpPr>
        <p:spPr/>
        <p:txBody>
          <a:bodyPr/>
          <a:lstStyle/>
          <a:p>
            <a:fld id="{6CB029FB-4EF2-4837-8CD5-61F1EC74CECB}" type="slidenum">
              <a:rPr lang="en-US" smtClean="0"/>
              <a:t>‹#›</a:t>
            </a:fld>
            <a:endParaRPr lang="en-US"/>
          </a:p>
        </p:txBody>
      </p:sp>
    </p:spTree>
    <p:extLst>
      <p:ext uri="{BB962C8B-B14F-4D97-AF65-F5344CB8AC3E}">
        <p14:creationId xmlns:p14="http://schemas.microsoft.com/office/powerpoint/2010/main" val="3633402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1B659-86F8-57DD-1199-1C29C62124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0DB18B-1128-0766-0B00-F6D4C5B768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8C4675-AA41-E519-7808-67A650C6BF8E}"/>
              </a:ext>
            </a:extLst>
          </p:cNvPr>
          <p:cNvSpPr>
            <a:spLocks noGrp="1"/>
          </p:cNvSpPr>
          <p:nvPr>
            <p:ph type="dt" sz="half" idx="10"/>
          </p:nvPr>
        </p:nvSpPr>
        <p:spPr/>
        <p:txBody>
          <a:bodyPr/>
          <a:lstStyle/>
          <a:p>
            <a:fld id="{29E8F54F-DFEF-4FF3-AF3D-B66156F0050B}" type="datetimeFigureOut">
              <a:rPr lang="en-US" smtClean="0"/>
              <a:t>2/5/2026</a:t>
            </a:fld>
            <a:endParaRPr lang="en-US"/>
          </a:p>
        </p:txBody>
      </p:sp>
      <p:sp>
        <p:nvSpPr>
          <p:cNvPr id="5" name="Footer Placeholder 4">
            <a:extLst>
              <a:ext uri="{FF2B5EF4-FFF2-40B4-BE49-F238E27FC236}">
                <a16:creationId xmlns:a16="http://schemas.microsoft.com/office/drawing/2014/main" id="{B05310F5-46B8-C2C2-9847-9EA6ED4253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30975-C355-2705-A237-2895FD4866A7}"/>
              </a:ext>
            </a:extLst>
          </p:cNvPr>
          <p:cNvSpPr>
            <a:spLocks noGrp="1"/>
          </p:cNvSpPr>
          <p:nvPr>
            <p:ph type="sldNum" sz="quarter" idx="12"/>
          </p:nvPr>
        </p:nvSpPr>
        <p:spPr/>
        <p:txBody>
          <a:bodyPr/>
          <a:lstStyle/>
          <a:p>
            <a:fld id="{6CB029FB-4EF2-4837-8CD5-61F1EC74CECB}" type="slidenum">
              <a:rPr lang="en-US" smtClean="0"/>
              <a:t>‹#›</a:t>
            </a:fld>
            <a:endParaRPr lang="en-US"/>
          </a:p>
        </p:txBody>
      </p:sp>
    </p:spTree>
    <p:extLst>
      <p:ext uri="{BB962C8B-B14F-4D97-AF65-F5344CB8AC3E}">
        <p14:creationId xmlns:p14="http://schemas.microsoft.com/office/powerpoint/2010/main" val="2246343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3055F-770E-6034-4B64-62A292B4D9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E143DE-2867-1D33-FFFE-98EC91E20F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942F27-44C0-DA43-9641-E229FA452D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FEECE70-EFE1-26B2-287A-A759A8CF12C2}"/>
              </a:ext>
            </a:extLst>
          </p:cNvPr>
          <p:cNvSpPr>
            <a:spLocks noGrp="1"/>
          </p:cNvSpPr>
          <p:nvPr>
            <p:ph type="dt" sz="half" idx="10"/>
          </p:nvPr>
        </p:nvSpPr>
        <p:spPr/>
        <p:txBody>
          <a:bodyPr/>
          <a:lstStyle/>
          <a:p>
            <a:fld id="{29E8F54F-DFEF-4FF3-AF3D-B66156F0050B}" type="datetimeFigureOut">
              <a:rPr lang="en-US" smtClean="0"/>
              <a:t>2/5/2026</a:t>
            </a:fld>
            <a:endParaRPr lang="en-US"/>
          </a:p>
        </p:txBody>
      </p:sp>
      <p:sp>
        <p:nvSpPr>
          <p:cNvPr id="6" name="Footer Placeholder 5">
            <a:extLst>
              <a:ext uri="{FF2B5EF4-FFF2-40B4-BE49-F238E27FC236}">
                <a16:creationId xmlns:a16="http://schemas.microsoft.com/office/drawing/2014/main" id="{43E0BCE1-DD4A-4D3D-E521-21BDBC3EC5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F03D2E-D16A-85D0-D252-07898BB403C2}"/>
              </a:ext>
            </a:extLst>
          </p:cNvPr>
          <p:cNvSpPr>
            <a:spLocks noGrp="1"/>
          </p:cNvSpPr>
          <p:nvPr>
            <p:ph type="sldNum" sz="quarter" idx="12"/>
          </p:nvPr>
        </p:nvSpPr>
        <p:spPr/>
        <p:txBody>
          <a:bodyPr/>
          <a:lstStyle/>
          <a:p>
            <a:fld id="{6CB029FB-4EF2-4837-8CD5-61F1EC74CECB}" type="slidenum">
              <a:rPr lang="en-US" smtClean="0"/>
              <a:t>‹#›</a:t>
            </a:fld>
            <a:endParaRPr lang="en-US"/>
          </a:p>
        </p:txBody>
      </p:sp>
    </p:spTree>
    <p:extLst>
      <p:ext uri="{BB962C8B-B14F-4D97-AF65-F5344CB8AC3E}">
        <p14:creationId xmlns:p14="http://schemas.microsoft.com/office/powerpoint/2010/main" val="1866699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783AA-1B08-877C-79CE-D5B37FB964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76721D-6EC3-FFC2-BE5E-3D31C55505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B90C18-CC24-D6CD-C510-46C88EF4C2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5F1C60-10C8-E208-8151-1A26B46095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CEEF95-88BD-688E-6E27-BD6DC98F82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52093C-EAAF-2008-F093-8F2B94A0F5A1}"/>
              </a:ext>
            </a:extLst>
          </p:cNvPr>
          <p:cNvSpPr>
            <a:spLocks noGrp="1"/>
          </p:cNvSpPr>
          <p:nvPr>
            <p:ph type="dt" sz="half" idx="10"/>
          </p:nvPr>
        </p:nvSpPr>
        <p:spPr/>
        <p:txBody>
          <a:bodyPr/>
          <a:lstStyle/>
          <a:p>
            <a:fld id="{29E8F54F-DFEF-4FF3-AF3D-B66156F0050B}" type="datetimeFigureOut">
              <a:rPr lang="en-US" smtClean="0"/>
              <a:t>2/5/2026</a:t>
            </a:fld>
            <a:endParaRPr lang="en-US"/>
          </a:p>
        </p:txBody>
      </p:sp>
      <p:sp>
        <p:nvSpPr>
          <p:cNvPr id="8" name="Footer Placeholder 7">
            <a:extLst>
              <a:ext uri="{FF2B5EF4-FFF2-40B4-BE49-F238E27FC236}">
                <a16:creationId xmlns:a16="http://schemas.microsoft.com/office/drawing/2014/main" id="{C7146F50-7439-C150-E0A4-DD284E182A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5FE91A-4AB2-FD0D-5E90-B48FA1349855}"/>
              </a:ext>
            </a:extLst>
          </p:cNvPr>
          <p:cNvSpPr>
            <a:spLocks noGrp="1"/>
          </p:cNvSpPr>
          <p:nvPr>
            <p:ph type="sldNum" sz="quarter" idx="12"/>
          </p:nvPr>
        </p:nvSpPr>
        <p:spPr/>
        <p:txBody>
          <a:bodyPr/>
          <a:lstStyle/>
          <a:p>
            <a:fld id="{6CB029FB-4EF2-4837-8CD5-61F1EC74CECB}" type="slidenum">
              <a:rPr lang="en-US" smtClean="0"/>
              <a:t>‹#›</a:t>
            </a:fld>
            <a:endParaRPr lang="en-US"/>
          </a:p>
        </p:txBody>
      </p:sp>
    </p:spTree>
    <p:extLst>
      <p:ext uri="{BB962C8B-B14F-4D97-AF65-F5344CB8AC3E}">
        <p14:creationId xmlns:p14="http://schemas.microsoft.com/office/powerpoint/2010/main" val="3733946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6A8B3-1E1C-4B8B-AAD8-5CDC44EA20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58D5B3-0853-22A4-D965-C92BDEFA268C}"/>
              </a:ext>
            </a:extLst>
          </p:cNvPr>
          <p:cNvSpPr>
            <a:spLocks noGrp="1"/>
          </p:cNvSpPr>
          <p:nvPr>
            <p:ph type="dt" sz="half" idx="10"/>
          </p:nvPr>
        </p:nvSpPr>
        <p:spPr/>
        <p:txBody>
          <a:bodyPr/>
          <a:lstStyle/>
          <a:p>
            <a:fld id="{29E8F54F-DFEF-4FF3-AF3D-B66156F0050B}" type="datetimeFigureOut">
              <a:rPr lang="en-US" smtClean="0"/>
              <a:t>2/5/2026</a:t>
            </a:fld>
            <a:endParaRPr lang="en-US"/>
          </a:p>
        </p:txBody>
      </p:sp>
      <p:sp>
        <p:nvSpPr>
          <p:cNvPr id="4" name="Footer Placeholder 3">
            <a:extLst>
              <a:ext uri="{FF2B5EF4-FFF2-40B4-BE49-F238E27FC236}">
                <a16:creationId xmlns:a16="http://schemas.microsoft.com/office/drawing/2014/main" id="{5E68AB8A-E647-D8F8-0CAA-EC4A7E5C8D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13828E-8F09-F1A2-5F0A-FEDF2BCF4FA9}"/>
              </a:ext>
            </a:extLst>
          </p:cNvPr>
          <p:cNvSpPr>
            <a:spLocks noGrp="1"/>
          </p:cNvSpPr>
          <p:nvPr>
            <p:ph type="sldNum" sz="quarter" idx="12"/>
          </p:nvPr>
        </p:nvSpPr>
        <p:spPr/>
        <p:txBody>
          <a:bodyPr/>
          <a:lstStyle/>
          <a:p>
            <a:fld id="{6CB029FB-4EF2-4837-8CD5-61F1EC74CECB}" type="slidenum">
              <a:rPr lang="en-US" smtClean="0"/>
              <a:t>‹#›</a:t>
            </a:fld>
            <a:endParaRPr lang="en-US"/>
          </a:p>
        </p:txBody>
      </p:sp>
    </p:spTree>
    <p:extLst>
      <p:ext uri="{BB962C8B-B14F-4D97-AF65-F5344CB8AC3E}">
        <p14:creationId xmlns:p14="http://schemas.microsoft.com/office/powerpoint/2010/main" val="4211275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AF900A-3508-1047-2F00-9D3A4B34FEB2}"/>
              </a:ext>
            </a:extLst>
          </p:cNvPr>
          <p:cNvSpPr>
            <a:spLocks noGrp="1"/>
          </p:cNvSpPr>
          <p:nvPr>
            <p:ph type="dt" sz="half" idx="10"/>
          </p:nvPr>
        </p:nvSpPr>
        <p:spPr/>
        <p:txBody>
          <a:bodyPr/>
          <a:lstStyle/>
          <a:p>
            <a:fld id="{29E8F54F-DFEF-4FF3-AF3D-B66156F0050B}" type="datetimeFigureOut">
              <a:rPr lang="en-US" smtClean="0"/>
              <a:t>2/5/2026</a:t>
            </a:fld>
            <a:endParaRPr lang="en-US"/>
          </a:p>
        </p:txBody>
      </p:sp>
      <p:sp>
        <p:nvSpPr>
          <p:cNvPr id="3" name="Footer Placeholder 2">
            <a:extLst>
              <a:ext uri="{FF2B5EF4-FFF2-40B4-BE49-F238E27FC236}">
                <a16:creationId xmlns:a16="http://schemas.microsoft.com/office/drawing/2014/main" id="{0671A8B9-2CAB-B2DE-A47C-908020AD9D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790724-477B-A506-7E8D-36E2F2ED9CE4}"/>
              </a:ext>
            </a:extLst>
          </p:cNvPr>
          <p:cNvSpPr>
            <a:spLocks noGrp="1"/>
          </p:cNvSpPr>
          <p:nvPr>
            <p:ph type="sldNum" sz="quarter" idx="12"/>
          </p:nvPr>
        </p:nvSpPr>
        <p:spPr/>
        <p:txBody>
          <a:bodyPr/>
          <a:lstStyle/>
          <a:p>
            <a:fld id="{6CB029FB-4EF2-4837-8CD5-61F1EC74CECB}" type="slidenum">
              <a:rPr lang="en-US" smtClean="0"/>
              <a:t>‹#›</a:t>
            </a:fld>
            <a:endParaRPr lang="en-US"/>
          </a:p>
        </p:txBody>
      </p:sp>
    </p:spTree>
    <p:extLst>
      <p:ext uri="{BB962C8B-B14F-4D97-AF65-F5344CB8AC3E}">
        <p14:creationId xmlns:p14="http://schemas.microsoft.com/office/powerpoint/2010/main" val="2037162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16D45-B98F-4F75-6887-F42FD74912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B4D0E2-90D0-57B7-BB25-3A71556F0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FA1BEB-D4B6-37BA-F787-92F1F6EBC5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60DED3-3565-30C8-AB8E-07B0FBC45222}"/>
              </a:ext>
            </a:extLst>
          </p:cNvPr>
          <p:cNvSpPr>
            <a:spLocks noGrp="1"/>
          </p:cNvSpPr>
          <p:nvPr>
            <p:ph type="dt" sz="half" idx="10"/>
          </p:nvPr>
        </p:nvSpPr>
        <p:spPr/>
        <p:txBody>
          <a:bodyPr/>
          <a:lstStyle/>
          <a:p>
            <a:fld id="{29E8F54F-DFEF-4FF3-AF3D-B66156F0050B}" type="datetimeFigureOut">
              <a:rPr lang="en-US" smtClean="0"/>
              <a:t>2/5/2026</a:t>
            </a:fld>
            <a:endParaRPr lang="en-US"/>
          </a:p>
        </p:txBody>
      </p:sp>
      <p:sp>
        <p:nvSpPr>
          <p:cNvPr id="6" name="Footer Placeholder 5">
            <a:extLst>
              <a:ext uri="{FF2B5EF4-FFF2-40B4-BE49-F238E27FC236}">
                <a16:creationId xmlns:a16="http://schemas.microsoft.com/office/drawing/2014/main" id="{6384CB8F-40C4-1D0F-BBF1-A52084C363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B4F02A-E495-D337-9915-B3B42E39537F}"/>
              </a:ext>
            </a:extLst>
          </p:cNvPr>
          <p:cNvSpPr>
            <a:spLocks noGrp="1"/>
          </p:cNvSpPr>
          <p:nvPr>
            <p:ph type="sldNum" sz="quarter" idx="12"/>
          </p:nvPr>
        </p:nvSpPr>
        <p:spPr/>
        <p:txBody>
          <a:bodyPr/>
          <a:lstStyle/>
          <a:p>
            <a:fld id="{6CB029FB-4EF2-4837-8CD5-61F1EC74CECB}" type="slidenum">
              <a:rPr lang="en-US" smtClean="0"/>
              <a:t>‹#›</a:t>
            </a:fld>
            <a:endParaRPr lang="en-US"/>
          </a:p>
        </p:txBody>
      </p:sp>
    </p:spTree>
    <p:extLst>
      <p:ext uri="{BB962C8B-B14F-4D97-AF65-F5344CB8AC3E}">
        <p14:creationId xmlns:p14="http://schemas.microsoft.com/office/powerpoint/2010/main" val="2533897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E8A6C-653D-C70A-5580-A2DBE7C94E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74E53E-50F9-8F9A-F48F-E2B825638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0D64B3-F8B8-CBA4-5968-7DF52ED015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5DAABA-8FCF-129E-415E-EF5DCDF34630}"/>
              </a:ext>
            </a:extLst>
          </p:cNvPr>
          <p:cNvSpPr>
            <a:spLocks noGrp="1"/>
          </p:cNvSpPr>
          <p:nvPr>
            <p:ph type="dt" sz="half" idx="10"/>
          </p:nvPr>
        </p:nvSpPr>
        <p:spPr/>
        <p:txBody>
          <a:bodyPr/>
          <a:lstStyle/>
          <a:p>
            <a:fld id="{29E8F54F-DFEF-4FF3-AF3D-B66156F0050B}" type="datetimeFigureOut">
              <a:rPr lang="en-US" smtClean="0"/>
              <a:t>2/5/2026</a:t>
            </a:fld>
            <a:endParaRPr lang="en-US"/>
          </a:p>
        </p:txBody>
      </p:sp>
      <p:sp>
        <p:nvSpPr>
          <p:cNvPr id="6" name="Footer Placeholder 5">
            <a:extLst>
              <a:ext uri="{FF2B5EF4-FFF2-40B4-BE49-F238E27FC236}">
                <a16:creationId xmlns:a16="http://schemas.microsoft.com/office/drawing/2014/main" id="{E2C068CE-CA20-AF0D-341B-DF936A596F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973729-028D-E513-E232-48232D96FDD0}"/>
              </a:ext>
            </a:extLst>
          </p:cNvPr>
          <p:cNvSpPr>
            <a:spLocks noGrp="1"/>
          </p:cNvSpPr>
          <p:nvPr>
            <p:ph type="sldNum" sz="quarter" idx="12"/>
          </p:nvPr>
        </p:nvSpPr>
        <p:spPr/>
        <p:txBody>
          <a:bodyPr/>
          <a:lstStyle/>
          <a:p>
            <a:fld id="{6CB029FB-4EF2-4837-8CD5-61F1EC74CECB}" type="slidenum">
              <a:rPr lang="en-US" smtClean="0"/>
              <a:t>‹#›</a:t>
            </a:fld>
            <a:endParaRPr lang="en-US"/>
          </a:p>
        </p:txBody>
      </p:sp>
    </p:spTree>
    <p:extLst>
      <p:ext uri="{BB962C8B-B14F-4D97-AF65-F5344CB8AC3E}">
        <p14:creationId xmlns:p14="http://schemas.microsoft.com/office/powerpoint/2010/main" val="529135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E08A7-496D-8B9D-F54E-DA75336128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0BFEB9-444E-925C-3521-4C38553C91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292C89-5AB3-5DC8-8AC4-A7CCE4127C6D}"/>
              </a:ext>
            </a:extLst>
          </p:cNvPr>
          <p:cNvSpPr>
            <a:spLocks noGrp="1"/>
          </p:cNvSpPr>
          <p:nvPr>
            <p:ph type="dt" sz="half" idx="10"/>
          </p:nvPr>
        </p:nvSpPr>
        <p:spPr/>
        <p:txBody>
          <a:bodyPr/>
          <a:lstStyle/>
          <a:p>
            <a:fld id="{29E8F54F-DFEF-4FF3-AF3D-B66156F0050B}" type="datetimeFigureOut">
              <a:rPr lang="en-US" smtClean="0"/>
              <a:t>2/5/2026</a:t>
            </a:fld>
            <a:endParaRPr lang="en-US"/>
          </a:p>
        </p:txBody>
      </p:sp>
      <p:sp>
        <p:nvSpPr>
          <p:cNvPr id="5" name="Footer Placeholder 4">
            <a:extLst>
              <a:ext uri="{FF2B5EF4-FFF2-40B4-BE49-F238E27FC236}">
                <a16:creationId xmlns:a16="http://schemas.microsoft.com/office/drawing/2014/main" id="{1F963A25-757E-EF4B-AECD-01CB45A687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334CAC-A43E-3AE2-EA37-25AFAD2F92E5}"/>
              </a:ext>
            </a:extLst>
          </p:cNvPr>
          <p:cNvSpPr>
            <a:spLocks noGrp="1"/>
          </p:cNvSpPr>
          <p:nvPr>
            <p:ph type="sldNum" sz="quarter" idx="12"/>
          </p:nvPr>
        </p:nvSpPr>
        <p:spPr/>
        <p:txBody>
          <a:bodyPr/>
          <a:lstStyle/>
          <a:p>
            <a:fld id="{6CB029FB-4EF2-4837-8CD5-61F1EC74CECB}" type="slidenum">
              <a:rPr lang="en-US" smtClean="0"/>
              <a:t>‹#›</a:t>
            </a:fld>
            <a:endParaRPr lang="en-US"/>
          </a:p>
        </p:txBody>
      </p:sp>
    </p:spTree>
    <p:extLst>
      <p:ext uri="{BB962C8B-B14F-4D97-AF65-F5344CB8AC3E}">
        <p14:creationId xmlns:p14="http://schemas.microsoft.com/office/powerpoint/2010/main" val="2000522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152913-852F-0C4D-44EE-4713002D5C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699A58-6600-ED73-6867-B43C8EBEA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59EA41-D486-17C8-54CF-A5CD4A194921}"/>
              </a:ext>
            </a:extLst>
          </p:cNvPr>
          <p:cNvSpPr>
            <a:spLocks noGrp="1"/>
          </p:cNvSpPr>
          <p:nvPr>
            <p:ph type="dt" sz="half" idx="10"/>
          </p:nvPr>
        </p:nvSpPr>
        <p:spPr/>
        <p:txBody>
          <a:bodyPr/>
          <a:lstStyle/>
          <a:p>
            <a:fld id="{29E8F54F-DFEF-4FF3-AF3D-B66156F0050B}" type="datetimeFigureOut">
              <a:rPr lang="en-US" smtClean="0"/>
              <a:t>2/5/2026</a:t>
            </a:fld>
            <a:endParaRPr lang="en-US"/>
          </a:p>
        </p:txBody>
      </p:sp>
      <p:sp>
        <p:nvSpPr>
          <p:cNvPr id="5" name="Footer Placeholder 4">
            <a:extLst>
              <a:ext uri="{FF2B5EF4-FFF2-40B4-BE49-F238E27FC236}">
                <a16:creationId xmlns:a16="http://schemas.microsoft.com/office/drawing/2014/main" id="{AF3609E4-00E4-49B6-C2BA-09412A6BD3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11CEE5-1AC0-3AA5-0F0A-57CC3485B381}"/>
              </a:ext>
            </a:extLst>
          </p:cNvPr>
          <p:cNvSpPr>
            <a:spLocks noGrp="1"/>
          </p:cNvSpPr>
          <p:nvPr>
            <p:ph type="sldNum" sz="quarter" idx="12"/>
          </p:nvPr>
        </p:nvSpPr>
        <p:spPr/>
        <p:txBody>
          <a:bodyPr/>
          <a:lstStyle/>
          <a:p>
            <a:fld id="{6CB029FB-4EF2-4837-8CD5-61F1EC74CECB}" type="slidenum">
              <a:rPr lang="en-US" smtClean="0"/>
              <a:t>‹#›</a:t>
            </a:fld>
            <a:endParaRPr lang="en-US"/>
          </a:p>
        </p:txBody>
      </p:sp>
    </p:spTree>
    <p:extLst>
      <p:ext uri="{BB962C8B-B14F-4D97-AF65-F5344CB8AC3E}">
        <p14:creationId xmlns:p14="http://schemas.microsoft.com/office/powerpoint/2010/main" val="3720499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458F63-2F1A-511D-253D-E939FA7067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0CB000-D3AF-A340-5CDE-B11D15BF24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123A90-1F0A-D1CF-C7E7-A582E9FB82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E8F54F-DFEF-4FF3-AF3D-B66156F0050B}" type="datetimeFigureOut">
              <a:rPr lang="en-US" smtClean="0"/>
              <a:t>2/5/2026</a:t>
            </a:fld>
            <a:endParaRPr lang="en-US"/>
          </a:p>
        </p:txBody>
      </p:sp>
      <p:sp>
        <p:nvSpPr>
          <p:cNvPr id="5" name="Footer Placeholder 4">
            <a:extLst>
              <a:ext uri="{FF2B5EF4-FFF2-40B4-BE49-F238E27FC236}">
                <a16:creationId xmlns:a16="http://schemas.microsoft.com/office/drawing/2014/main" id="{46DE383E-4088-BD88-41B5-DBF2C8867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8C51FDE-9117-498A-FEA7-C76C068C4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B029FB-4EF2-4837-8CD5-61F1EC74CECB}" type="slidenum">
              <a:rPr lang="en-US" smtClean="0"/>
              <a:t>‹#›</a:t>
            </a:fld>
            <a:endParaRPr lang="en-US"/>
          </a:p>
        </p:txBody>
      </p:sp>
    </p:spTree>
    <p:extLst>
      <p:ext uri="{BB962C8B-B14F-4D97-AF65-F5344CB8AC3E}">
        <p14:creationId xmlns:p14="http://schemas.microsoft.com/office/powerpoint/2010/main" val="486005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68975-FE84-1906-1B3C-87E2BEC99CF8}"/>
              </a:ext>
            </a:extLst>
          </p:cNvPr>
          <p:cNvSpPr>
            <a:spLocks noGrp="1"/>
          </p:cNvSpPr>
          <p:nvPr>
            <p:ph type="ctrTitle"/>
          </p:nvPr>
        </p:nvSpPr>
        <p:spPr>
          <a:xfrm>
            <a:off x="5297762" y="640080"/>
            <a:ext cx="6251110" cy="3566160"/>
          </a:xfrm>
        </p:spPr>
        <p:txBody>
          <a:bodyPr anchor="b">
            <a:normAutofit/>
          </a:bodyPr>
          <a:lstStyle/>
          <a:p>
            <a:pPr algn="l"/>
            <a:r>
              <a:rPr lang="en-US" sz="4200"/>
              <a:t>A04_Group6_LamarRoundtree_ITAI2376  </a:t>
            </a:r>
            <a:br>
              <a:rPr lang="en-US" sz="4200"/>
            </a:br>
            <a:br>
              <a:rPr lang="en-US" sz="4200"/>
            </a:br>
            <a:r>
              <a:rPr lang="en-US" sz="4200"/>
              <a:t>Language, Communication, and NLP: An Analysis of *Arrival* (2016)</a:t>
            </a:r>
          </a:p>
        </p:txBody>
      </p:sp>
      <p:pic>
        <p:nvPicPr>
          <p:cNvPr id="4" name="Picture 3" descr="Molecular structure and periodic table on a desk">
            <a:extLst>
              <a:ext uri="{FF2B5EF4-FFF2-40B4-BE49-F238E27FC236}">
                <a16:creationId xmlns:a16="http://schemas.microsoft.com/office/drawing/2014/main" id="{69E9FDD4-BC52-E429-7706-86596DF48A57}"/>
              </a:ext>
            </a:extLst>
          </p:cNvPr>
          <p:cNvPicPr>
            <a:picLocks noChangeAspect="1"/>
          </p:cNvPicPr>
          <p:nvPr/>
        </p:nvPicPr>
        <p:blipFill>
          <a:blip r:embed="rId2"/>
          <a:srcRect l="10577" r="44092"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0"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2412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14327C-3F45-C1C4-6C23-47A161DB215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5814D0B9-9EDC-4F65-6978-546E2E09E8EA}"/>
              </a:ext>
            </a:extLst>
          </p:cNvPr>
          <p:cNvSpPr>
            <a:spLocks noGrp="1"/>
          </p:cNvSpPr>
          <p:nvPr>
            <p:ph type="ctrTitle"/>
          </p:nvPr>
        </p:nvSpPr>
        <p:spPr>
          <a:xfrm>
            <a:off x="648037" y="1298448"/>
            <a:ext cx="5895178" cy="4099642"/>
          </a:xfrm>
        </p:spPr>
        <p:txBody>
          <a:bodyPr anchor="b">
            <a:normAutofit/>
          </a:bodyPr>
          <a:lstStyle/>
          <a:p>
            <a:pPr algn="l"/>
            <a:br>
              <a:rPr lang="en-US" sz="5600">
                <a:solidFill>
                  <a:srgbClr val="FFFFFF"/>
                </a:solidFill>
              </a:rPr>
            </a:br>
            <a:br>
              <a:rPr lang="en-US" sz="5600">
                <a:solidFill>
                  <a:srgbClr val="FFFFFF"/>
                </a:solidFill>
              </a:rPr>
            </a:br>
            <a:r>
              <a:rPr lang="en-US" sz="5600">
                <a:solidFill>
                  <a:srgbClr val="FFFFFF"/>
                </a:solidFill>
              </a:rPr>
              <a:t> Introduction</a:t>
            </a:r>
            <a:br>
              <a:rPr lang="en-US" sz="5600">
                <a:solidFill>
                  <a:srgbClr val="FFFFFF"/>
                </a:solidFill>
              </a:rPr>
            </a:br>
            <a:br>
              <a:rPr lang="en-US" sz="5600">
                <a:solidFill>
                  <a:srgbClr val="FFFFFF"/>
                </a:solidFill>
              </a:rPr>
            </a:br>
            <a:endParaRPr lang="en-US" sz="5600">
              <a:solidFill>
                <a:srgbClr val="FFFFFF"/>
              </a:solidFill>
            </a:endParaRPr>
          </a:p>
        </p:txBody>
      </p:sp>
      <p:sp>
        <p:nvSpPr>
          <p:cNvPr id="18" name="sketch line 1">
            <a:extLst>
              <a:ext uri="{FF2B5EF4-FFF2-40B4-BE49-F238E27FC236}">
                <a16:creationId xmlns:a16="http://schemas.microsoft.com/office/drawing/2014/main" id="{32C5B66D-E390-4A14-AB60-69626CBF29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62635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ketch line">
            <a:extLst>
              <a:ext uri="{FF2B5EF4-FFF2-40B4-BE49-F238E27FC236}">
                <a16:creationId xmlns:a16="http://schemas.microsoft.com/office/drawing/2014/main" id="{646273DA-F933-4D17-A5FE-B1EF87FD7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653" y="5626353"/>
            <a:ext cx="3479619" cy="18288"/>
          </a:xfrm>
          <a:custGeom>
            <a:avLst/>
            <a:gdLst>
              <a:gd name="csX0" fmla="*/ 0 w 3479619"/>
              <a:gd name="csY0" fmla="*/ 0 h 18288"/>
              <a:gd name="csX1" fmla="*/ 661128 w 3479619"/>
              <a:gd name="csY1" fmla="*/ 0 h 18288"/>
              <a:gd name="csX2" fmla="*/ 1357051 w 3479619"/>
              <a:gd name="csY2" fmla="*/ 0 h 18288"/>
              <a:gd name="csX3" fmla="*/ 2087771 w 3479619"/>
              <a:gd name="csY3" fmla="*/ 0 h 18288"/>
              <a:gd name="csX4" fmla="*/ 2818491 w 3479619"/>
              <a:gd name="csY4" fmla="*/ 0 h 18288"/>
              <a:gd name="csX5" fmla="*/ 3479619 w 3479619"/>
              <a:gd name="csY5" fmla="*/ 0 h 18288"/>
              <a:gd name="csX6" fmla="*/ 3479619 w 3479619"/>
              <a:gd name="csY6" fmla="*/ 18288 h 18288"/>
              <a:gd name="csX7" fmla="*/ 2714103 w 3479619"/>
              <a:gd name="csY7" fmla="*/ 18288 h 18288"/>
              <a:gd name="csX8" fmla="*/ 1948587 w 3479619"/>
              <a:gd name="csY8" fmla="*/ 18288 h 18288"/>
              <a:gd name="csX9" fmla="*/ 1252663 w 3479619"/>
              <a:gd name="csY9" fmla="*/ 18288 h 18288"/>
              <a:gd name="csX10" fmla="*/ 0 w 3479619"/>
              <a:gd name="csY10" fmla="*/ 18288 h 18288"/>
              <a:gd name="csX11" fmla="*/ 0 w 3479619"/>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479619" h="18288" fill="none" extrusionOk="0">
                <a:moveTo>
                  <a:pt x="0" y="0"/>
                </a:moveTo>
                <a:cubicBezTo>
                  <a:pt x="178395" y="-3637"/>
                  <a:pt x="368619" y="-28254"/>
                  <a:pt x="661128" y="0"/>
                </a:cubicBezTo>
                <a:cubicBezTo>
                  <a:pt x="953637" y="28254"/>
                  <a:pt x="1022982" y="-4416"/>
                  <a:pt x="1357051" y="0"/>
                </a:cubicBezTo>
                <a:cubicBezTo>
                  <a:pt x="1691120" y="4416"/>
                  <a:pt x="1729558" y="27777"/>
                  <a:pt x="2087771" y="0"/>
                </a:cubicBezTo>
                <a:cubicBezTo>
                  <a:pt x="2445984" y="-27777"/>
                  <a:pt x="2592094" y="4429"/>
                  <a:pt x="2818491" y="0"/>
                </a:cubicBezTo>
                <a:cubicBezTo>
                  <a:pt x="3044888" y="-4429"/>
                  <a:pt x="3204567" y="26471"/>
                  <a:pt x="3479619" y="0"/>
                </a:cubicBezTo>
                <a:cubicBezTo>
                  <a:pt x="3478910" y="8157"/>
                  <a:pt x="3479206" y="12125"/>
                  <a:pt x="3479619" y="18288"/>
                </a:cubicBezTo>
                <a:cubicBezTo>
                  <a:pt x="3315855" y="-2963"/>
                  <a:pt x="3094885" y="26965"/>
                  <a:pt x="2714103" y="18288"/>
                </a:cubicBezTo>
                <a:cubicBezTo>
                  <a:pt x="2333321" y="9611"/>
                  <a:pt x="2260528" y="-15335"/>
                  <a:pt x="1948587" y="18288"/>
                </a:cubicBezTo>
                <a:cubicBezTo>
                  <a:pt x="1636646" y="51911"/>
                  <a:pt x="1489816" y="46369"/>
                  <a:pt x="1252663" y="18288"/>
                </a:cubicBezTo>
                <a:cubicBezTo>
                  <a:pt x="1015510" y="-9793"/>
                  <a:pt x="519812" y="-12177"/>
                  <a:pt x="0" y="18288"/>
                </a:cubicBezTo>
                <a:cubicBezTo>
                  <a:pt x="-46" y="12483"/>
                  <a:pt x="-203" y="6491"/>
                  <a:pt x="0" y="0"/>
                </a:cubicBezTo>
                <a:close/>
              </a:path>
              <a:path w="3479619" h="18288" stroke="0" extrusionOk="0">
                <a:moveTo>
                  <a:pt x="0" y="0"/>
                </a:moveTo>
                <a:cubicBezTo>
                  <a:pt x="326045" y="25020"/>
                  <a:pt x="425411" y="-17676"/>
                  <a:pt x="661128" y="0"/>
                </a:cubicBezTo>
                <a:cubicBezTo>
                  <a:pt x="896845" y="17676"/>
                  <a:pt x="1124825" y="1478"/>
                  <a:pt x="1252663" y="0"/>
                </a:cubicBezTo>
                <a:cubicBezTo>
                  <a:pt x="1380502" y="-1478"/>
                  <a:pt x="1694914" y="11788"/>
                  <a:pt x="2018179" y="0"/>
                </a:cubicBezTo>
                <a:cubicBezTo>
                  <a:pt x="2341444" y="-11788"/>
                  <a:pt x="2451167" y="12596"/>
                  <a:pt x="2679307" y="0"/>
                </a:cubicBezTo>
                <a:cubicBezTo>
                  <a:pt x="2907447" y="-12596"/>
                  <a:pt x="3094555" y="23821"/>
                  <a:pt x="3479619" y="0"/>
                </a:cubicBezTo>
                <a:cubicBezTo>
                  <a:pt x="3479355" y="4493"/>
                  <a:pt x="3480003" y="9472"/>
                  <a:pt x="3479619" y="18288"/>
                </a:cubicBezTo>
                <a:cubicBezTo>
                  <a:pt x="3311729" y="36782"/>
                  <a:pt x="3015946" y="7938"/>
                  <a:pt x="2783695" y="18288"/>
                </a:cubicBezTo>
                <a:cubicBezTo>
                  <a:pt x="2551444" y="28638"/>
                  <a:pt x="2398767" y="-13940"/>
                  <a:pt x="2018179" y="18288"/>
                </a:cubicBezTo>
                <a:cubicBezTo>
                  <a:pt x="1637591" y="50516"/>
                  <a:pt x="1634873" y="-6356"/>
                  <a:pt x="1426644" y="18288"/>
                </a:cubicBezTo>
                <a:cubicBezTo>
                  <a:pt x="1218415" y="42932"/>
                  <a:pt x="1006973" y="4094"/>
                  <a:pt x="730720" y="18288"/>
                </a:cubicBezTo>
                <a:cubicBezTo>
                  <a:pt x="454467" y="32482"/>
                  <a:pt x="291313" y="3910"/>
                  <a:pt x="0" y="18288"/>
                </a:cubicBezTo>
                <a:cubicBezTo>
                  <a:pt x="843" y="9577"/>
                  <a:pt x="371" y="690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490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65F62A-C931-6FE1-A2BA-0A7B5D422C32}"/>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A93F40-58BB-00AB-01F1-4FFDB683543F}"/>
              </a:ext>
            </a:extLst>
          </p:cNvPr>
          <p:cNvSpPr>
            <a:spLocks noGrp="1"/>
          </p:cNvSpPr>
          <p:nvPr>
            <p:ph type="ctrTitle"/>
          </p:nvPr>
        </p:nvSpPr>
        <p:spPr>
          <a:xfrm>
            <a:off x="890338" y="640080"/>
            <a:ext cx="3734014" cy="3566160"/>
          </a:xfrm>
        </p:spPr>
        <p:txBody>
          <a:bodyPr anchor="b">
            <a:normAutofit/>
          </a:bodyPr>
          <a:lstStyle/>
          <a:p>
            <a:pPr algn="l"/>
            <a:br>
              <a:rPr lang="en-US" sz="1400"/>
            </a:br>
            <a:br>
              <a:rPr lang="en-US" sz="1400"/>
            </a:br>
            <a:r>
              <a:rPr lang="en-US" sz="1400"/>
              <a:t> </a:t>
            </a:r>
            <a:br>
              <a:rPr lang="en-US" sz="1400"/>
            </a:br>
            <a:br>
              <a:rPr lang="en-US" sz="1400"/>
            </a:br>
            <a:r>
              <a:rPr lang="en-US" sz="1400"/>
              <a:t>Denis Villeneuve’s *Arrival* (2016) offers a striking exploration of how language shapes understanding, cooperation, and perception. Instead of relying on action or conflict, the film centers on the intellectual challenge of communicating with extraterrestrial beings. This report examines the linguistic obstacles portrayed in the movie and connects them to real-world issues in Natural Language Processing (NLP). By looking closely at key scenes and the methods used by Dr. Louise Banks, we can see how the film mirrors the evolution of NLP—from rule-based systems to statistical models and modern deep learning approaches.</a:t>
            </a:r>
          </a:p>
        </p:txBody>
      </p:sp>
      <p:sp>
        <p:nvSpPr>
          <p:cNvPr id="17"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heater chairs arranged based on their colors">
            <a:extLst>
              <a:ext uri="{FF2B5EF4-FFF2-40B4-BE49-F238E27FC236}">
                <a16:creationId xmlns:a16="http://schemas.microsoft.com/office/drawing/2014/main" id="{3167BC08-8699-2EEC-8964-A1F4AB5C2BE7}"/>
              </a:ext>
            </a:extLst>
          </p:cNvPr>
          <p:cNvPicPr>
            <a:picLocks noChangeAspect="1"/>
          </p:cNvPicPr>
          <p:nvPr/>
        </p:nvPicPr>
        <p:blipFill>
          <a:blip r:embed="rId2"/>
          <a:srcRect l="20909" r="12138"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252568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5A22F5-37A2-CC9E-44E2-78DB6F5DCE8F}"/>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6F7029-A1B4-1B8F-CFF1-BCC81949B618}"/>
              </a:ext>
            </a:extLst>
          </p:cNvPr>
          <p:cNvSpPr>
            <a:spLocks noGrp="1"/>
          </p:cNvSpPr>
          <p:nvPr>
            <p:ph type="ctrTitle"/>
          </p:nvPr>
        </p:nvSpPr>
        <p:spPr>
          <a:xfrm>
            <a:off x="5297762" y="640080"/>
            <a:ext cx="6251110" cy="3566160"/>
          </a:xfrm>
        </p:spPr>
        <p:txBody>
          <a:bodyPr anchor="b">
            <a:normAutofit/>
          </a:bodyPr>
          <a:lstStyle/>
          <a:p>
            <a:pPr algn="l"/>
            <a:br>
              <a:rPr lang="en-US" sz="3000"/>
            </a:br>
            <a:br>
              <a:rPr lang="en-US" sz="3000"/>
            </a:br>
            <a:r>
              <a:rPr lang="en-US" sz="3000"/>
              <a:t>Overview of the Movie’s Plot (Language &amp; Communication Focus)</a:t>
            </a:r>
            <a:br>
              <a:rPr lang="en-US" sz="3000"/>
            </a:br>
            <a:br>
              <a:rPr lang="en-US" sz="3000"/>
            </a:br>
            <a:br>
              <a:rPr lang="en-US" sz="3000"/>
            </a:br>
            <a:endParaRPr lang="en-US" sz="3000"/>
          </a:p>
        </p:txBody>
      </p:sp>
      <p:pic>
        <p:nvPicPr>
          <p:cNvPr id="4" name="Picture 3" descr="Sound wave pattern on pixilated monitor">
            <a:extLst>
              <a:ext uri="{FF2B5EF4-FFF2-40B4-BE49-F238E27FC236}">
                <a16:creationId xmlns:a16="http://schemas.microsoft.com/office/drawing/2014/main" id="{B6F319E5-FDB7-66B2-EA12-69A2EF14FAE0}"/>
              </a:ext>
            </a:extLst>
          </p:cNvPr>
          <p:cNvPicPr>
            <a:picLocks noChangeAspect="1"/>
          </p:cNvPicPr>
          <p:nvPr/>
        </p:nvPicPr>
        <p:blipFill>
          <a:blip r:embed="rId2"/>
          <a:srcRect l="22737" r="31932"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5"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0219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004FA9-847C-E7A5-FB7F-86B1AD6B7C0E}"/>
            </a:ext>
          </a:extLst>
        </p:cNvPr>
        <p:cNvGrpSpPr/>
        <p:nvPr/>
      </p:nvGrpSpPr>
      <p:grpSpPr>
        <a:xfrm>
          <a:off x="0" y="0"/>
          <a:ext cx="0" cy="0"/>
          <a:chOff x="0" y="0"/>
          <a:chExt cx="0" cy="0"/>
        </a:xfrm>
      </p:grpSpPr>
      <p:sp useBgFill="1">
        <p:nvSpPr>
          <p:cNvPr id="16"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lor Cover">
            <a:extLst>
              <a:ext uri="{FF2B5EF4-FFF2-40B4-BE49-F238E27FC236}">
                <a16:creationId xmlns:a16="http://schemas.microsoft.com/office/drawing/2014/main" id="{63C1F321-BB96-4700-B3CE-1A615606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a:extLst>
              <a:ext uri="{FF2B5EF4-FFF2-40B4-BE49-F238E27FC236}">
                <a16:creationId xmlns:a16="http://schemas.microsoft.com/office/drawing/2014/main" id="{3FA1AD64-F15F-417D-956C-B2C211FC90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1" y="0"/>
            <a:ext cx="6064235" cy="6858000"/>
            <a:chOff x="651279" y="598259"/>
            <a:chExt cx="10889442" cy="5680742"/>
          </a:xfrm>
        </p:grpSpPr>
        <p:sp>
          <p:nvSpPr>
            <p:cNvPr id="21" name="Color">
              <a:extLst>
                <a:ext uri="{FF2B5EF4-FFF2-40B4-BE49-F238E27FC236}">
                  <a16:creationId xmlns:a16="http://schemas.microsoft.com/office/drawing/2014/main" id="{5F3C79B0-E0DE-407E-B550-3FDEB67B0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Color">
              <a:extLst>
                <a:ext uri="{FF2B5EF4-FFF2-40B4-BE49-F238E27FC236}">
                  <a16:creationId xmlns:a16="http://schemas.microsoft.com/office/drawing/2014/main" id="{A1A2DFA8-F321-4204-9B31-A3713BC652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5" name="Freeform: Shape 24">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A9F9CA3E-6106-682A-A856-8FD96E8C21F9}"/>
              </a:ext>
            </a:extLst>
          </p:cNvPr>
          <p:cNvSpPr>
            <a:spLocks noGrp="1"/>
          </p:cNvSpPr>
          <p:nvPr>
            <p:ph type="ctrTitle"/>
          </p:nvPr>
        </p:nvSpPr>
        <p:spPr>
          <a:xfrm>
            <a:off x="789708" y="841664"/>
            <a:ext cx="4874661" cy="5156800"/>
          </a:xfrm>
        </p:spPr>
        <p:txBody>
          <a:bodyPr anchor="ctr">
            <a:normAutofit/>
          </a:bodyPr>
          <a:lstStyle/>
          <a:p>
            <a:pPr algn="l"/>
            <a:br>
              <a:rPr lang="en-US" sz="1600">
                <a:solidFill>
                  <a:schemeClr val="bg1"/>
                </a:solidFill>
              </a:rPr>
            </a:br>
            <a:br>
              <a:rPr lang="en-US" sz="1600">
                <a:solidFill>
                  <a:schemeClr val="bg1"/>
                </a:solidFill>
              </a:rPr>
            </a:br>
            <a:br>
              <a:rPr lang="en-US" sz="1600">
                <a:solidFill>
                  <a:schemeClr val="bg1"/>
                </a:solidFill>
              </a:rPr>
            </a:br>
            <a:br>
              <a:rPr lang="en-US" sz="1600">
                <a:solidFill>
                  <a:schemeClr val="bg1"/>
                </a:solidFill>
              </a:rPr>
            </a:br>
            <a:r>
              <a:rPr lang="en-US" sz="1600">
                <a:solidFill>
                  <a:schemeClr val="bg1"/>
                </a:solidFill>
              </a:rPr>
              <a:t>The story begins when twelve alien vessels appear at different locations around the world. Linguist Dr. Louise Banks and physicist Ian Donnelly are brought in by the U.S. military to decipher the aliens’ communication system. The extraterrestrials, known as heptapods, use two distinct forms of language:</a:t>
            </a:r>
            <a:br>
              <a:rPr lang="en-US" sz="1600">
                <a:solidFill>
                  <a:schemeClr val="bg1"/>
                </a:solidFill>
              </a:rPr>
            </a:br>
            <a:br>
              <a:rPr lang="en-US" sz="1600">
                <a:solidFill>
                  <a:schemeClr val="bg1"/>
                </a:solidFill>
              </a:rPr>
            </a:br>
            <a:r>
              <a:rPr lang="en-US" sz="1600">
                <a:solidFill>
                  <a:schemeClr val="bg1"/>
                </a:solidFill>
              </a:rPr>
              <a:t>- Heptapod A: A spoken form  </a:t>
            </a:r>
            <a:br>
              <a:rPr lang="en-US" sz="1600">
                <a:solidFill>
                  <a:schemeClr val="bg1"/>
                </a:solidFill>
              </a:rPr>
            </a:br>
            <a:r>
              <a:rPr lang="en-US" sz="1600">
                <a:solidFill>
                  <a:schemeClr val="bg1"/>
                </a:solidFill>
              </a:rPr>
              <a:t>- Heptapod B: A circular, symbolic written system  </a:t>
            </a:r>
            <a:br>
              <a:rPr lang="en-US" sz="1600">
                <a:solidFill>
                  <a:schemeClr val="bg1"/>
                </a:solidFill>
              </a:rPr>
            </a:br>
            <a:br>
              <a:rPr lang="en-US" sz="1600">
                <a:solidFill>
                  <a:schemeClr val="bg1"/>
                </a:solidFill>
              </a:rPr>
            </a:br>
            <a:r>
              <a:rPr lang="en-US" sz="1600">
                <a:solidFill>
                  <a:schemeClr val="bg1"/>
                </a:solidFill>
              </a:rPr>
              <a:t>A misunderstanding surrounding the translation of the word “weapon” creates global tension, as some nations interpret it as a threat. Louise’s task is to uncover the true meaning behind the heptapods’ message and prevent international conflict. As she progresses, she discovers that their written language encodes a nonlinear perception of time, challenging human assumptions about how language and cognition interact.</a:t>
            </a:r>
          </a:p>
        </p:txBody>
      </p:sp>
    </p:spTree>
    <p:extLst>
      <p:ext uri="{BB962C8B-B14F-4D97-AF65-F5344CB8AC3E}">
        <p14:creationId xmlns:p14="http://schemas.microsoft.com/office/powerpoint/2010/main" val="823013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2D4CE7-A75A-E654-061D-CAFF102CA4AF}"/>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FB1F8142-AEE2-5FDE-3485-E7B86938D943}"/>
              </a:ext>
            </a:extLst>
          </p:cNvPr>
          <p:cNvSpPr>
            <a:spLocks noGrp="1"/>
          </p:cNvSpPr>
          <p:nvPr>
            <p:ph type="ctrTitle"/>
          </p:nvPr>
        </p:nvSpPr>
        <p:spPr>
          <a:xfrm>
            <a:off x="648037" y="1298448"/>
            <a:ext cx="5895178" cy="4099642"/>
          </a:xfrm>
        </p:spPr>
        <p:txBody>
          <a:bodyPr anchor="b">
            <a:normAutofit/>
          </a:bodyPr>
          <a:lstStyle/>
          <a:p>
            <a:pPr algn="l"/>
            <a:r>
              <a:rPr lang="en-US" sz="4600">
                <a:solidFill>
                  <a:srgbClr val="FFFFFF"/>
                </a:solidFill>
              </a:rPr>
              <a:t>NLP Challenges Reflected in the Movie</a:t>
            </a:r>
            <a:br>
              <a:rPr lang="en-US" sz="4600">
                <a:solidFill>
                  <a:srgbClr val="FFFFFF"/>
                </a:solidFill>
              </a:rPr>
            </a:br>
            <a:br>
              <a:rPr lang="en-US" sz="4600">
                <a:solidFill>
                  <a:srgbClr val="FFFFFF"/>
                </a:solidFill>
              </a:rPr>
            </a:br>
            <a:br>
              <a:rPr lang="en-US" sz="4600">
                <a:solidFill>
                  <a:srgbClr val="FFFFFF"/>
                </a:solidFill>
              </a:rPr>
            </a:br>
            <a:br>
              <a:rPr lang="en-US" sz="4600">
                <a:solidFill>
                  <a:srgbClr val="FFFFFF"/>
                </a:solidFill>
              </a:rPr>
            </a:br>
            <a:endParaRPr lang="en-US" sz="4600">
              <a:solidFill>
                <a:srgbClr val="FFFFFF"/>
              </a:solidFill>
            </a:endParaRPr>
          </a:p>
        </p:txBody>
      </p:sp>
      <p:sp>
        <p:nvSpPr>
          <p:cNvPr id="11" name="sketch line 1">
            <a:extLst>
              <a:ext uri="{FF2B5EF4-FFF2-40B4-BE49-F238E27FC236}">
                <a16:creationId xmlns:a16="http://schemas.microsoft.com/office/drawing/2014/main" id="{32C5B66D-E390-4A14-AB60-69626CBF29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62635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ketch line">
            <a:extLst>
              <a:ext uri="{FF2B5EF4-FFF2-40B4-BE49-F238E27FC236}">
                <a16:creationId xmlns:a16="http://schemas.microsoft.com/office/drawing/2014/main" id="{646273DA-F933-4D17-A5FE-B1EF87FD7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653" y="5626353"/>
            <a:ext cx="3479619" cy="18288"/>
          </a:xfrm>
          <a:custGeom>
            <a:avLst/>
            <a:gdLst>
              <a:gd name="csX0" fmla="*/ 0 w 3479619"/>
              <a:gd name="csY0" fmla="*/ 0 h 18288"/>
              <a:gd name="csX1" fmla="*/ 661128 w 3479619"/>
              <a:gd name="csY1" fmla="*/ 0 h 18288"/>
              <a:gd name="csX2" fmla="*/ 1357051 w 3479619"/>
              <a:gd name="csY2" fmla="*/ 0 h 18288"/>
              <a:gd name="csX3" fmla="*/ 2087771 w 3479619"/>
              <a:gd name="csY3" fmla="*/ 0 h 18288"/>
              <a:gd name="csX4" fmla="*/ 2818491 w 3479619"/>
              <a:gd name="csY4" fmla="*/ 0 h 18288"/>
              <a:gd name="csX5" fmla="*/ 3479619 w 3479619"/>
              <a:gd name="csY5" fmla="*/ 0 h 18288"/>
              <a:gd name="csX6" fmla="*/ 3479619 w 3479619"/>
              <a:gd name="csY6" fmla="*/ 18288 h 18288"/>
              <a:gd name="csX7" fmla="*/ 2714103 w 3479619"/>
              <a:gd name="csY7" fmla="*/ 18288 h 18288"/>
              <a:gd name="csX8" fmla="*/ 1948587 w 3479619"/>
              <a:gd name="csY8" fmla="*/ 18288 h 18288"/>
              <a:gd name="csX9" fmla="*/ 1252663 w 3479619"/>
              <a:gd name="csY9" fmla="*/ 18288 h 18288"/>
              <a:gd name="csX10" fmla="*/ 0 w 3479619"/>
              <a:gd name="csY10" fmla="*/ 18288 h 18288"/>
              <a:gd name="csX11" fmla="*/ 0 w 3479619"/>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479619" h="18288" fill="none" extrusionOk="0">
                <a:moveTo>
                  <a:pt x="0" y="0"/>
                </a:moveTo>
                <a:cubicBezTo>
                  <a:pt x="178395" y="-3637"/>
                  <a:pt x="368619" y="-28254"/>
                  <a:pt x="661128" y="0"/>
                </a:cubicBezTo>
                <a:cubicBezTo>
                  <a:pt x="953637" y="28254"/>
                  <a:pt x="1022982" y="-4416"/>
                  <a:pt x="1357051" y="0"/>
                </a:cubicBezTo>
                <a:cubicBezTo>
                  <a:pt x="1691120" y="4416"/>
                  <a:pt x="1729558" y="27777"/>
                  <a:pt x="2087771" y="0"/>
                </a:cubicBezTo>
                <a:cubicBezTo>
                  <a:pt x="2445984" y="-27777"/>
                  <a:pt x="2592094" y="4429"/>
                  <a:pt x="2818491" y="0"/>
                </a:cubicBezTo>
                <a:cubicBezTo>
                  <a:pt x="3044888" y="-4429"/>
                  <a:pt x="3204567" y="26471"/>
                  <a:pt x="3479619" y="0"/>
                </a:cubicBezTo>
                <a:cubicBezTo>
                  <a:pt x="3478910" y="8157"/>
                  <a:pt x="3479206" y="12125"/>
                  <a:pt x="3479619" y="18288"/>
                </a:cubicBezTo>
                <a:cubicBezTo>
                  <a:pt x="3315855" y="-2963"/>
                  <a:pt x="3094885" y="26965"/>
                  <a:pt x="2714103" y="18288"/>
                </a:cubicBezTo>
                <a:cubicBezTo>
                  <a:pt x="2333321" y="9611"/>
                  <a:pt x="2260528" y="-15335"/>
                  <a:pt x="1948587" y="18288"/>
                </a:cubicBezTo>
                <a:cubicBezTo>
                  <a:pt x="1636646" y="51911"/>
                  <a:pt x="1489816" y="46369"/>
                  <a:pt x="1252663" y="18288"/>
                </a:cubicBezTo>
                <a:cubicBezTo>
                  <a:pt x="1015510" y="-9793"/>
                  <a:pt x="519812" y="-12177"/>
                  <a:pt x="0" y="18288"/>
                </a:cubicBezTo>
                <a:cubicBezTo>
                  <a:pt x="-46" y="12483"/>
                  <a:pt x="-203" y="6491"/>
                  <a:pt x="0" y="0"/>
                </a:cubicBezTo>
                <a:close/>
              </a:path>
              <a:path w="3479619" h="18288" stroke="0" extrusionOk="0">
                <a:moveTo>
                  <a:pt x="0" y="0"/>
                </a:moveTo>
                <a:cubicBezTo>
                  <a:pt x="326045" y="25020"/>
                  <a:pt x="425411" y="-17676"/>
                  <a:pt x="661128" y="0"/>
                </a:cubicBezTo>
                <a:cubicBezTo>
                  <a:pt x="896845" y="17676"/>
                  <a:pt x="1124825" y="1478"/>
                  <a:pt x="1252663" y="0"/>
                </a:cubicBezTo>
                <a:cubicBezTo>
                  <a:pt x="1380502" y="-1478"/>
                  <a:pt x="1694914" y="11788"/>
                  <a:pt x="2018179" y="0"/>
                </a:cubicBezTo>
                <a:cubicBezTo>
                  <a:pt x="2341444" y="-11788"/>
                  <a:pt x="2451167" y="12596"/>
                  <a:pt x="2679307" y="0"/>
                </a:cubicBezTo>
                <a:cubicBezTo>
                  <a:pt x="2907447" y="-12596"/>
                  <a:pt x="3094555" y="23821"/>
                  <a:pt x="3479619" y="0"/>
                </a:cubicBezTo>
                <a:cubicBezTo>
                  <a:pt x="3479355" y="4493"/>
                  <a:pt x="3480003" y="9472"/>
                  <a:pt x="3479619" y="18288"/>
                </a:cubicBezTo>
                <a:cubicBezTo>
                  <a:pt x="3311729" y="36782"/>
                  <a:pt x="3015946" y="7938"/>
                  <a:pt x="2783695" y="18288"/>
                </a:cubicBezTo>
                <a:cubicBezTo>
                  <a:pt x="2551444" y="28638"/>
                  <a:pt x="2398767" y="-13940"/>
                  <a:pt x="2018179" y="18288"/>
                </a:cubicBezTo>
                <a:cubicBezTo>
                  <a:pt x="1637591" y="50516"/>
                  <a:pt x="1634873" y="-6356"/>
                  <a:pt x="1426644" y="18288"/>
                </a:cubicBezTo>
                <a:cubicBezTo>
                  <a:pt x="1218415" y="42932"/>
                  <a:pt x="1006973" y="4094"/>
                  <a:pt x="730720" y="18288"/>
                </a:cubicBezTo>
                <a:cubicBezTo>
                  <a:pt x="454467" y="32482"/>
                  <a:pt x="291313" y="3910"/>
                  <a:pt x="0" y="18288"/>
                </a:cubicBezTo>
                <a:cubicBezTo>
                  <a:pt x="843" y="9577"/>
                  <a:pt x="371" y="690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0521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102D0C-8EF5-614B-ADAD-4FCB835D59FA}"/>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E34FC1-EC10-89C1-579F-104C7114ECFA}"/>
              </a:ext>
            </a:extLst>
          </p:cNvPr>
          <p:cNvSpPr>
            <a:spLocks noGrp="1"/>
          </p:cNvSpPr>
          <p:nvPr>
            <p:ph type="ctrTitle"/>
          </p:nvPr>
        </p:nvSpPr>
        <p:spPr>
          <a:xfrm>
            <a:off x="838200" y="1122362"/>
            <a:ext cx="6281928" cy="4135437"/>
          </a:xfrm>
        </p:spPr>
        <p:txBody>
          <a:bodyPr>
            <a:normAutofit/>
          </a:bodyPr>
          <a:lstStyle/>
          <a:p>
            <a:pPr algn="l"/>
            <a:br>
              <a:rPr lang="en-US" sz="1700"/>
            </a:br>
            <a:br>
              <a:rPr lang="en-US" sz="1700"/>
            </a:br>
            <a:r>
              <a:rPr lang="en-US" sz="1700"/>
              <a:t>Ambiguity and Polysemy</a:t>
            </a:r>
            <a:br>
              <a:rPr lang="en-US" sz="1700"/>
            </a:br>
            <a:r>
              <a:rPr lang="en-US" sz="1700"/>
              <a:t>A central conflict arises from the ambiguous interpretation of the word “weapon.”  </a:t>
            </a:r>
            <a:br>
              <a:rPr lang="en-US" sz="1700"/>
            </a:br>
            <a:r>
              <a:rPr lang="en-US" sz="1700"/>
              <a:t>This mirrors word sense ambiguity in NLP, where a single term can carry multiple meanings depending on context.</a:t>
            </a:r>
            <a:br>
              <a:rPr lang="en-US" sz="1700"/>
            </a:br>
            <a:br>
              <a:rPr lang="en-US" sz="1700"/>
            </a:br>
            <a:r>
              <a:rPr lang="en-US" sz="1700"/>
              <a:t>Scene Parallel:  </a:t>
            </a:r>
            <a:br>
              <a:rPr lang="en-US" sz="1700"/>
            </a:br>
            <a:r>
              <a:rPr lang="en-US" sz="1700"/>
              <a:t>The Chinese team interprets “offer weapon” as a hostile message. This reflects how early NLP systems—especially rule-based ones—struggled with polysemy because they lacked contextual understanding.</a:t>
            </a:r>
            <a:br>
              <a:rPr lang="en-US" sz="1700"/>
            </a:br>
            <a:br>
              <a:rPr lang="en-US" sz="1700"/>
            </a:br>
            <a:endParaRPr lang="en-US" sz="1700"/>
          </a:p>
        </p:txBody>
      </p:sp>
      <p:sp>
        <p:nvSpPr>
          <p:cNvPr id="9" name="Rectangle 8">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6539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D5B43E-A8B6-C899-2D99-2C6C8FFDFF81}"/>
            </a:ext>
          </a:extLst>
        </p:cNvPr>
        <p:cNvGrpSpPr/>
        <p:nvPr/>
      </p:nvGrpSpPr>
      <p:grpSpPr>
        <a:xfrm>
          <a:off x="0" y="0"/>
          <a:ext cx="0" cy="0"/>
          <a:chOff x="0" y="0"/>
          <a:chExt cx="0" cy="0"/>
        </a:xfrm>
      </p:grpSpPr>
      <p:sp useBgFill="1">
        <p:nvSpPr>
          <p:cNvPr id="16"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lor Cover">
            <a:extLst>
              <a:ext uri="{FF2B5EF4-FFF2-40B4-BE49-F238E27FC236}">
                <a16:creationId xmlns:a16="http://schemas.microsoft.com/office/drawing/2014/main" id="{63C1F321-BB96-4700-B3CE-1A615606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a:extLst>
              <a:ext uri="{FF2B5EF4-FFF2-40B4-BE49-F238E27FC236}">
                <a16:creationId xmlns:a16="http://schemas.microsoft.com/office/drawing/2014/main" id="{3FA1AD64-F15F-417D-956C-B2C211FC90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1" y="0"/>
            <a:ext cx="6064235" cy="6858000"/>
            <a:chOff x="651279" y="598259"/>
            <a:chExt cx="10889442" cy="5680742"/>
          </a:xfrm>
        </p:grpSpPr>
        <p:sp>
          <p:nvSpPr>
            <p:cNvPr id="21" name="Color">
              <a:extLst>
                <a:ext uri="{FF2B5EF4-FFF2-40B4-BE49-F238E27FC236}">
                  <a16:creationId xmlns:a16="http://schemas.microsoft.com/office/drawing/2014/main" id="{5F3C79B0-E0DE-407E-B550-3FDEB67B0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Color">
              <a:extLst>
                <a:ext uri="{FF2B5EF4-FFF2-40B4-BE49-F238E27FC236}">
                  <a16:creationId xmlns:a16="http://schemas.microsoft.com/office/drawing/2014/main" id="{A1A2DFA8-F321-4204-9B31-A3713BC652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5" name="Freeform: Shape 24">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77676498-92C5-D571-C761-88C89F4A14D5}"/>
              </a:ext>
            </a:extLst>
          </p:cNvPr>
          <p:cNvSpPr>
            <a:spLocks noGrp="1"/>
          </p:cNvSpPr>
          <p:nvPr>
            <p:ph type="ctrTitle"/>
          </p:nvPr>
        </p:nvSpPr>
        <p:spPr>
          <a:xfrm>
            <a:off x="789708" y="841664"/>
            <a:ext cx="4874661" cy="5156800"/>
          </a:xfrm>
        </p:spPr>
        <p:txBody>
          <a:bodyPr anchor="ctr">
            <a:normAutofit/>
          </a:bodyPr>
          <a:lstStyle/>
          <a:p>
            <a:pPr algn="l"/>
            <a:r>
              <a:rPr lang="en-US" sz="1900">
                <a:solidFill>
                  <a:schemeClr val="bg1"/>
                </a:solidFill>
              </a:rPr>
              <a:t>Idiomatic and Cultural Interpretation</a:t>
            </a:r>
            <a:br>
              <a:rPr lang="en-US" sz="1900">
                <a:solidFill>
                  <a:schemeClr val="bg1"/>
                </a:solidFill>
              </a:rPr>
            </a:br>
            <a:r>
              <a:rPr lang="en-US" sz="1900">
                <a:solidFill>
                  <a:schemeClr val="bg1"/>
                </a:solidFill>
              </a:rPr>
              <a:t>Languages often contain idioms, metaphors, and culturally specific meanings that are difficult to translate directly.</a:t>
            </a:r>
            <a:br>
              <a:rPr lang="en-US" sz="1900">
                <a:solidFill>
                  <a:schemeClr val="bg1"/>
                </a:solidFill>
              </a:rPr>
            </a:br>
            <a:br>
              <a:rPr lang="en-US" sz="1900">
                <a:solidFill>
                  <a:schemeClr val="bg1"/>
                </a:solidFill>
              </a:rPr>
            </a:br>
            <a:r>
              <a:rPr lang="en-US" sz="1900">
                <a:solidFill>
                  <a:schemeClr val="bg1"/>
                </a:solidFill>
              </a:rPr>
              <a:t>Scene Parallel:  </a:t>
            </a:r>
            <a:br>
              <a:rPr lang="en-US" sz="1900">
                <a:solidFill>
                  <a:schemeClr val="bg1"/>
                </a:solidFill>
              </a:rPr>
            </a:br>
            <a:r>
              <a:rPr lang="en-US" sz="1900">
                <a:solidFill>
                  <a:schemeClr val="bg1"/>
                </a:solidFill>
              </a:rPr>
              <a:t>Louise explains to Colonel Weber that asking the aliens about their “purpose” is too abstract. She uses the Sanskrit example where “war” translates to “a desire for more cows,” illustrating how cultural context shapes meaning. NLP systems face similar challenges in machine translation and sentiment analysis.</a:t>
            </a:r>
            <a:br>
              <a:rPr lang="en-US" sz="1900">
                <a:solidFill>
                  <a:schemeClr val="bg1"/>
                </a:solidFill>
              </a:rPr>
            </a:br>
            <a:br>
              <a:rPr lang="en-US" sz="1900">
                <a:solidFill>
                  <a:schemeClr val="bg1"/>
                </a:solidFill>
              </a:rPr>
            </a:br>
            <a:endParaRPr lang="en-US" sz="1900">
              <a:solidFill>
                <a:schemeClr val="bg1"/>
              </a:solidFill>
            </a:endParaRPr>
          </a:p>
        </p:txBody>
      </p:sp>
    </p:spTree>
    <p:extLst>
      <p:ext uri="{BB962C8B-B14F-4D97-AF65-F5344CB8AC3E}">
        <p14:creationId xmlns:p14="http://schemas.microsoft.com/office/powerpoint/2010/main" val="3786714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11A144-BE09-8287-3196-4013CCD071E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915B4B2F-F029-814F-1D65-622345BB0B0A}"/>
              </a:ext>
            </a:extLst>
          </p:cNvPr>
          <p:cNvSpPr>
            <a:spLocks noGrp="1"/>
          </p:cNvSpPr>
          <p:nvPr>
            <p:ph type="ctrTitle"/>
          </p:nvPr>
        </p:nvSpPr>
        <p:spPr>
          <a:xfrm>
            <a:off x="648037" y="1298448"/>
            <a:ext cx="5895178" cy="4099642"/>
          </a:xfrm>
        </p:spPr>
        <p:txBody>
          <a:bodyPr anchor="b">
            <a:normAutofit/>
          </a:bodyPr>
          <a:lstStyle/>
          <a:p>
            <a:pPr algn="l"/>
            <a:r>
              <a:rPr lang="en-US" sz="2100">
                <a:solidFill>
                  <a:srgbClr val="FFFFFF"/>
                </a:solidFill>
              </a:rPr>
              <a:t>Lack of Shared Reference (Grounding Problem)</a:t>
            </a:r>
            <a:br>
              <a:rPr lang="en-US" sz="2100">
                <a:solidFill>
                  <a:srgbClr val="FFFFFF"/>
                </a:solidFill>
              </a:rPr>
            </a:br>
            <a:r>
              <a:rPr lang="en-US" sz="2100">
                <a:solidFill>
                  <a:srgbClr val="FFFFFF"/>
                </a:solidFill>
              </a:rPr>
              <a:t>NLP models often struggle when they cannot connect words to real-world objects or experiences.</a:t>
            </a:r>
            <a:br>
              <a:rPr lang="en-US" sz="2100">
                <a:solidFill>
                  <a:srgbClr val="FFFFFF"/>
                </a:solidFill>
              </a:rPr>
            </a:br>
            <a:br>
              <a:rPr lang="en-US" sz="2100">
                <a:solidFill>
                  <a:srgbClr val="FFFFFF"/>
                </a:solidFill>
              </a:rPr>
            </a:br>
            <a:r>
              <a:rPr lang="en-US" sz="2100">
                <a:solidFill>
                  <a:srgbClr val="FFFFFF"/>
                </a:solidFill>
              </a:rPr>
              <a:t>Scene Parallel:  </a:t>
            </a:r>
            <a:br>
              <a:rPr lang="en-US" sz="2100">
                <a:solidFill>
                  <a:srgbClr val="FFFFFF"/>
                </a:solidFill>
              </a:rPr>
            </a:br>
            <a:r>
              <a:rPr lang="en-US" sz="2100">
                <a:solidFill>
                  <a:srgbClr val="FFFFFF"/>
                </a:solidFill>
              </a:rPr>
              <a:t>Louise begins by pointing to herself and saying “human,” then pointing to the heptapods. This resembles grounded language learning, where meaning is tied to physical or perceptual context.</a:t>
            </a:r>
            <a:br>
              <a:rPr lang="en-US" sz="2100">
                <a:solidFill>
                  <a:srgbClr val="FFFFFF"/>
                </a:solidFill>
              </a:rPr>
            </a:br>
            <a:br>
              <a:rPr lang="en-US" sz="2100">
                <a:solidFill>
                  <a:srgbClr val="FFFFFF"/>
                </a:solidFill>
              </a:rPr>
            </a:br>
            <a:endParaRPr lang="en-US" sz="2100">
              <a:solidFill>
                <a:srgbClr val="FFFFFF"/>
              </a:solidFill>
            </a:endParaRPr>
          </a:p>
        </p:txBody>
      </p:sp>
      <p:sp>
        <p:nvSpPr>
          <p:cNvPr id="11" name="sketch line 1">
            <a:extLst>
              <a:ext uri="{FF2B5EF4-FFF2-40B4-BE49-F238E27FC236}">
                <a16:creationId xmlns:a16="http://schemas.microsoft.com/office/drawing/2014/main" id="{32C5B66D-E390-4A14-AB60-69626CBF29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62635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ketch line">
            <a:extLst>
              <a:ext uri="{FF2B5EF4-FFF2-40B4-BE49-F238E27FC236}">
                <a16:creationId xmlns:a16="http://schemas.microsoft.com/office/drawing/2014/main" id="{646273DA-F933-4D17-A5FE-B1EF87FD7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653" y="5626353"/>
            <a:ext cx="3479619" cy="18288"/>
          </a:xfrm>
          <a:custGeom>
            <a:avLst/>
            <a:gdLst>
              <a:gd name="csX0" fmla="*/ 0 w 3479619"/>
              <a:gd name="csY0" fmla="*/ 0 h 18288"/>
              <a:gd name="csX1" fmla="*/ 661128 w 3479619"/>
              <a:gd name="csY1" fmla="*/ 0 h 18288"/>
              <a:gd name="csX2" fmla="*/ 1357051 w 3479619"/>
              <a:gd name="csY2" fmla="*/ 0 h 18288"/>
              <a:gd name="csX3" fmla="*/ 2087771 w 3479619"/>
              <a:gd name="csY3" fmla="*/ 0 h 18288"/>
              <a:gd name="csX4" fmla="*/ 2818491 w 3479619"/>
              <a:gd name="csY4" fmla="*/ 0 h 18288"/>
              <a:gd name="csX5" fmla="*/ 3479619 w 3479619"/>
              <a:gd name="csY5" fmla="*/ 0 h 18288"/>
              <a:gd name="csX6" fmla="*/ 3479619 w 3479619"/>
              <a:gd name="csY6" fmla="*/ 18288 h 18288"/>
              <a:gd name="csX7" fmla="*/ 2714103 w 3479619"/>
              <a:gd name="csY7" fmla="*/ 18288 h 18288"/>
              <a:gd name="csX8" fmla="*/ 1948587 w 3479619"/>
              <a:gd name="csY8" fmla="*/ 18288 h 18288"/>
              <a:gd name="csX9" fmla="*/ 1252663 w 3479619"/>
              <a:gd name="csY9" fmla="*/ 18288 h 18288"/>
              <a:gd name="csX10" fmla="*/ 0 w 3479619"/>
              <a:gd name="csY10" fmla="*/ 18288 h 18288"/>
              <a:gd name="csX11" fmla="*/ 0 w 3479619"/>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479619" h="18288" fill="none" extrusionOk="0">
                <a:moveTo>
                  <a:pt x="0" y="0"/>
                </a:moveTo>
                <a:cubicBezTo>
                  <a:pt x="178395" y="-3637"/>
                  <a:pt x="368619" y="-28254"/>
                  <a:pt x="661128" y="0"/>
                </a:cubicBezTo>
                <a:cubicBezTo>
                  <a:pt x="953637" y="28254"/>
                  <a:pt x="1022982" y="-4416"/>
                  <a:pt x="1357051" y="0"/>
                </a:cubicBezTo>
                <a:cubicBezTo>
                  <a:pt x="1691120" y="4416"/>
                  <a:pt x="1729558" y="27777"/>
                  <a:pt x="2087771" y="0"/>
                </a:cubicBezTo>
                <a:cubicBezTo>
                  <a:pt x="2445984" y="-27777"/>
                  <a:pt x="2592094" y="4429"/>
                  <a:pt x="2818491" y="0"/>
                </a:cubicBezTo>
                <a:cubicBezTo>
                  <a:pt x="3044888" y="-4429"/>
                  <a:pt x="3204567" y="26471"/>
                  <a:pt x="3479619" y="0"/>
                </a:cubicBezTo>
                <a:cubicBezTo>
                  <a:pt x="3478910" y="8157"/>
                  <a:pt x="3479206" y="12125"/>
                  <a:pt x="3479619" y="18288"/>
                </a:cubicBezTo>
                <a:cubicBezTo>
                  <a:pt x="3315855" y="-2963"/>
                  <a:pt x="3094885" y="26965"/>
                  <a:pt x="2714103" y="18288"/>
                </a:cubicBezTo>
                <a:cubicBezTo>
                  <a:pt x="2333321" y="9611"/>
                  <a:pt x="2260528" y="-15335"/>
                  <a:pt x="1948587" y="18288"/>
                </a:cubicBezTo>
                <a:cubicBezTo>
                  <a:pt x="1636646" y="51911"/>
                  <a:pt x="1489816" y="46369"/>
                  <a:pt x="1252663" y="18288"/>
                </a:cubicBezTo>
                <a:cubicBezTo>
                  <a:pt x="1015510" y="-9793"/>
                  <a:pt x="519812" y="-12177"/>
                  <a:pt x="0" y="18288"/>
                </a:cubicBezTo>
                <a:cubicBezTo>
                  <a:pt x="-46" y="12483"/>
                  <a:pt x="-203" y="6491"/>
                  <a:pt x="0" y="0"/>
                </a:cubicBezTo>
                <a:close/>
              </a:path>
              <a:path w="3479619" h="18288" stroke="0" extrusionOk="0">
                <a:moveTo>
                  <a:pt x="0" y="0"/>
                </a:moveTo>
                <a:cubicBezTo>
                  <a:pt x="326045" y="25020"/>
                  <a:pt x="425411" y="-17676"/>
                  <a:pt x="661128" y="0"/>
                </a:cubicBezTo>
                <a:cubicBezTo>
                  <a:pt x="896845" y="17676"/>
                  <a:pt x="1124825" y="1478"/>
                  <a:pt x="1252663" y="0"/>
                </a:cubicBezTo>
                <a:cubicBezTo>
                  <a:pt x="1380502" y="-1478"/>
                  <a:pt x="1694914" y="11788"/>
                  <a:pt x="2018179" y="0"/>
                </a:cubicBezTo>
                <a:cubicBezTo>
                  <a:pt x="2341444" y="-11788"/>
                  <a:pt x="2451167" y="12596"/>
                  <a:pt x="2679307" y="0"/>
                </a:cubicBezTo>
                <a:cubicBezTo>
                  <a:pt x="2907447" y="-12596"/>
                  <a:pt x="3094555" y="23821"/>
                  <a:pt x="3479619" y="0"/>
                </a:cubicBezTo>
                <a:cubicBezTo>
                  <a:pt x="3479355" y="4493"/>
                  <a:pt x="3480003" y="9472"/>
                  <a:pt x="3479619" y="18288"/>
                </a:cubicBezTo>
                <a:cubicBezTo>
                  <a:pt x="3311729" y="36782"/>
                  <a:pt x="3015946" y="7938"/>
                  <a:pt x="2783695" y="18288"/>
                </a:cubicBezTo>
                <a:cubicBezTo>
                  <a:pt x="2551444" y="28638"/>
                  <a:pt x="2398767" y="-13940"/>
                  <a:pt x="2018179" y="18288"/>
                </a:cubicBezTo>
                <a:cubicBezTo>
                  <a:pt x="1637591" y="50516"/>
                  <a:pt x="1634873" y="-6356"/>
                  <a:pt x="1426644" y="18288"/>
                </a:cubicBezTo>
                <a:cubicBezTo>
                  <a:pt x="1218415" y="42932"/>
                  <a:pt x="1006973" y="4094"/>
                  <a:pt x="730720" y="18288"/>
                </a:cubicBezTo>
                <a:cubicBezTo>
                  <a:pt x="454467" y="32482"/>
                  <a:pt x="291313" y="3910"/>
                  <a:pt x="0" y="18288"/>
                </a:cubicBezTo>
                <a:cubicBezTo>
                  <a:pt x="843" y="9577"/>
                  <a:pt x="371" y="690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9958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E4A4E-0EC6-9D5A-B1C3-0B321025A4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90D5B-CC82-BB93-AE75-0F9034D542F0}"/>
              </a:ext>
            </a:extLst>
          </p:cNvPr>
          <p:cNvSpPr>
            <a:spLocks noGrp="1"/>
          </p:cNvSpPr>
          <p:nvPr>
            <p:ph type="ctrTitle"/>
          </p:nvPr>
        </p:nvSpPr>
        <p:spPr>
          <a:xfrm>
            <a:off x="1622322" y="530941"/>
            <a:ext cx="9144000" cy="4807975"/>
          </a:xfrm>
        </p:spPr>
        <p:txBody>
          <a:bodyPr>
            <a:normAutofit/>
          </a:bodyPr>
          <a:lstStyle/>
          <a:p>
            <a:r>
              <a:rPr lang="en-US" sz="1800" dirty="0"/>
              <a:t>Nonlinear or Non-Sequential Language</a:t>
            </a:r>
            <a:br>
              <a:rPr lang="en-US" sz="1800" dirty="0"/>
            </a:br>
            <a:r>
              <a:rPr lang="en-US" sz="1800" dirty="0" err="1"/>
              <a:t>Heptapod</a:t>
            </a:r>
            <a:r>
              <a:rPr lang="en-US" sz="1800" dirty="0"/>
              <a:t> B presents entire sentences simultaneously, without a linear order.</a:t>
            </a:r>
            <a:br>
              <a:rPr lang="en-US" sz="1800" dirty="0"/>
            </a:br>
            <a:br>
              <a:rPr lang="en-US" sz="1800" dirty="0"/>
            </a:br>
            <a:r>
              <a:rPr lang="en-US" sz="1800" dirty="0"/>
              <a:t>NLP Parallel:  </a:t>
            </a:r>
            <a:br>
              <a:rPr lang="en-US" sz="1800" dirty="0"/>
            </a:br>
            <a:r>
              <a:rPr lang="en-US" sz="1800" dirty="0"/>
              <a:t>Traditional NLP models assume sequential text. Deep learning models—especially Transformers—process information in parallel, making them better suited for capturing global context, much like </a:t>
            </a:r>
            <a:r>
              <a:rPr lang="en-US" sz="1800" dirty="0" err="1"/>
              <a:t>Heptapod</a:t>
            </a:r>
            <a:r>
              <a:rPr lang="en-US" sz="1800" dirty="0"/>
              <a:t> B.</a:t>
            </a:r>
            <a:br>
              <a:rPr lang="en-US" sz="1800" dirty="0"/>
            </a:br>
            <a:br>
              <a:rPr lang="en-US" sz="1800" dirty="0"/>
            </a:br>
            <a:endParaRPr lang="en-US" sz="1800" dirty="0"/>
          </a:p>
        </p:txBody>
      </p:sp>
    </p:spTree>
    <p:extLst>
      <p:ext uri="{BB962C8B-B14F-4D97-AF65-F5344CB8AC3E}">
        <p14:creationId xmlns:p14="http://schemas.microsoft.com/office/powerpoint/2010/main" val="3431154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B81913-4816-26E0-919A-1B87B8127DAF}"/>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0221DF-8F93-8C62-010B-DC9309D62699}"/>
              </a:ext>
            </a:extLst>
          </p:cNvPr>
          <p:cNvSpPr>
            <a:spLocks noGrp="1"/>
          </p:cNvSpPr>
          <p:nvPr>
            <p:ph type="ctrTitle"/>
          </p:nvPr>
        </p:nvSpPr>
        <p:spPr>
          <a:xfrm>
            <a:off x="838200" y="1122362"/>
            <a:ext cx="6281928" cy="4135437"/>
          </a:xfrm>
        </p:spPr>
        <p:txBody>
          <a:bodyPr>
            <a:normAutofit/>
          </a:bodyPr>
          <a:lstStyle/>
          <a:p>
            <a:pPr algn="l"/>
            <a:r>
              <a:rPr lang="en-US" sz="2100"/>
              <a:t>Domain Adaptation and Limited Training Data</a:t>
            </a:r>
            <a:br>
              <a:rPr lang="en-US" sz="2100"/>
            </a:br>
            <a:r>
              <a:rPr lang="en-US" sz="2100"/>
              <a:t>The team starts with no prior knowledge of the alien language.</a:t>
            </a:r>
            <a:br>
              <a:rPr lang="en-US" sz="2100"/>
            </a:br>
            <a:br>
              <a:rPr lang="en-US" sz="2100"/>
            </a:br>
            <a:r>
              <a:rPr lang="en-US" sz="2100"/>
              <a:t>NLP Parallel:  </a:t>
            </a:r>
            <a:br>
              <a:rPr lang="en-US" sz="2100"/>
            </a:br>
            <a:r>
              <a:rPr lang="en-US" sz="2100"/>
              <a:t>This reflects low-resource language processing, where models must learn from minimal data. Louise’s gradual, iterative approach resembles unsupervised or semi-supervised learning techniques.</a:t>
            </a:r>
            <a:br>
              <a:rPr lang="en-US" sz="2100"/>
            </a:br>
            <a:br>
              <a:rPr lang="en-US" sz="2100"/>
            </a:br>
            <a:endParaRPr lang="en-US" sz="2100"/>
          </a:p>
        </p:txBody>
      </p:sp>
      <p:sp>
        <p:nvSpPr>
          <p:cNvPr id="9" name="Rectangle 8">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5461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6E6D9E-5FE3-E4B6-16CD-09D132535CA9}"/>
            </a:ext>
          </a:extLst>
        </p:cNvPr>
        <p:cNvGrpSpPr/>
        <p:nvPr/>
      </p:nvGrpSpPr>
      <p:grpSpPr>
        <a:xfrm>
          <a:off x="0" y="0"/>
          <a:ext cx="0" cy="0"/>
          <a:chOff x="0" y="0"/>
          <a:chExt cx="0" cy="0"/>
        </a:xfrm>
      </p:grpSpPr>
      <p:sp useBgFill="1">
        <p:nvSpPr>
          <p:cNvPr id="14"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97264A61-6AE3-4DC0-A455-5EDC604E39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17" name="Color Cover">
              <a:extLst>
                <a:ext uri="{FF2B5EF4-FFF2-40B4-BE49-F238E27FC236}">
                  <a16:creationId xmlns:a16="http://schemas.microsoft.com/office/drawing/2014/main" id="{2F23900D-D5D0-4EE8-80F4-D25038DE24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lor Cover">
              <a:extLst>
                <a:ext uri="{FF2B5EF4-FFF2-40B4-BE49-F238E27FC236}">
                  <a16:creationId xmlns:a16="http://schemas.microsoft.com/office/drawing/2014/main" id="{C55310DE-258B-4134-9DA8-DC4C2D0EB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D691EE10-D5F3-48FA-BE55-F24A0BE59E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21" name="Color">
              <a:extLst>
                <a:ext uri="{FF2B5EF4-FFF2-40B4-BE49-F238E27FC236}">
                  <a16:creationId xmlns:a16="http://schemas.microsoft.com/office/drawing/2014/main" id="{7EF3BBC7-022F-4CD5-BE8E-BD8206C4BB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Color">
              <a:extLst>
                <a:ext uri="{FF2B5EF4-FFF2-40B4-BE49-F238E27FC236}">
                  <a16:creationId xmlns:a16="http://schemas.microsoft.com/office/drawing/2014/main" id="{A877CB3E-FE2B-43A7-A987-F921A92494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5" name="Freeform: Shape 24">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7CD5B2BA-DE06-52A6-6A3E-CB6510E24186}"/>
              </a:ext>
            </a:extLst>
          </p:cNvPr>
          <p:cNvSpPr>
            <a:spLocks noGrp="1"/>
          </p:cNvSpPr>
          <p:nvPr>
            <p:ph type="ctrTitle"/>
          </p:nvPr>
        </p:nvSpPr>
        <p:spPr>
          <a:xfrm>
            <a:off x="1012644" y="841664"/>
            <a:ext cx="5155073" cy="5156800"/>
          </a:xfrm>
        </p:spPr>
        <p:txBody>
          <a:bodyPr anchor="ctr">
            <a:normAutofit/>
          </a:bodyPr>
          <a:lstStyle/>
          <a:p>
            <a:pPr algn="l"/>
            <a:r>
              <a:rPr lang="en-US" sz="4800">
                <a:solidFill>
                  <a:schemeClr val="bg1"/>
                </a:solidFill>
              </a:rPr>
              <a:t>Communication Methods in the Movie and Their NLP Parallels</a:t>
            </a:r>
            <a:br>
              <a:rPr lang="en-US" sz="4800">
                <a:solidFill>
                  <a:schemeClr val="bg1"/>
                </a:solidFill>
              </a:rPr>
            </a:br>
            <a:br>
              <a:rPr lang="en-US" sz="4800">
                <a:solidFill>
                  <a:schemeClr val="bg1"/>
                </a:solidFill>
              </a:rPr>
            </a:br>
            <a:br>
              <a:rPr lang="en-US" sz="4800">
                <a:solidFill>
                  <a:schemeClr val="bg1"/>
                </a:solidFill>
              </a:rPr>
            </a:br>
            <a:endParaRPr lang="en-US" sz="4800">
              <a:solidFill>
                <a:schemeClr val="bg1"/>
              </a:solidFill>
            </a:endParaRPr>
          </a:p>
        </p:txBody>
      </p:sp>
    </p:spTree>
    <p:extLst>
      <p:ext uri="{BB962C8B-B14F-4D97-AF65-F5344CB8AC3E}">
        <p14:creationId xmlns:p14="http://schemas.microsoft.com/office/powerpoint/2010/main" val="1626027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97FD47-8B83-C145-BC13-DB235E6C4C72}"/>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968CEEF8-1E2D-3EF8-5211-D608A6219976}"/>
              </a:ext>
            </a:extLst>
          </p:cNvPr>
          <p:cNvSpPr>
            <a:spLocks noGrp="1"/>
          </p:cNvSpPr>
          <p:nvPr>
            <p:ph type="ctrTitle"/>
          </p:nvPr>
        </p:nvSpPr>
        <p:spPr>
          <a:xfrm>
            <a:off x="648037" y="1298448"/>
            <a:ext cx="5895178" cy="4099642"/>
          </a:xfrm>
        </p:spPr>
        <p:txBody>
          <a:bodyPr anchor="b">
            <a:normAutofit/>
          </a:bodyPr>
          <a:lstStyle/>
          <a:p>
            <a:pPr algn="l"/>
            <a:br>
              <a:rPr lang="en-US" sz="1700">
                <a:solidFill>
                  <a:srgbClr val="FFFFFF"/>
                </a:solidFill>
              </a:rPr>
            </a:br>
            <a:br>
              <a:rPr lang="en-US" sz="1700">
                <a:solidFill>
                  <a:srgbClr val="FFFFFF"/>
                </a:solidFill>
              </a:rPr>
            </a:br>
            <a:r>
              <a:rPr lang="en-US" sz="1700">
                <a:solidFill>
                  <a:srgbClr val="FFFFFF"/>
                </a:solidFill>
              </a:rPr>
              <a:t>Rule-Based NLP</a:t>
            </a:r>
            <a:br>
              <a:rPr lang="en-US" sz="1700">
                <a:solidFill>
                  <a:srgbClr val="FFFFFF"/>
                </a:solidFill>
              </a:rPr>
            </a:br>
            <a:r>
              <a:rPr lang="en-US" sz="1700">
                <a:solidFill>
                  <a:srgbClr val="FFFFFF"/>
                </a:solidFill>
              </a:rPr>
              <a:t>Louise’s early methods are structured and systematic:</a:t>
            </a:r>
            <a:br>
              <a:rPr lang="en-US" sz="1700">
                <a:solidFill>
                  <a:srgbClr val="FFFFFF"/>
                </a:solidFill>
              </a:rPr>
            </a:br>
            <a:br>
              <a:rPr lang="en-US" sz="1700">
                <a:solidFill>
                  <a:srgbClr val="FFFFFF"/>
                </a:solidFill>
              </a:rPr>
            </a:br>
            <a:r>
              <a:rPr lang="en-US" sz="1700">
                <a:solidFill>
                  <a:srgbClr val="FFFFFF"/>
                </a:solidFill>
              </a:rPr>
              <a:t>- Labeling objects and individuals  </a:t>
            </a:r>
            <a:br>
              <a:rPr lang="en-US" sz="1700">
                <a:solidFill>
                  <a:srgbClr val="FFFFFF"/>
                </a:solidFill>
              </a:rPr>
            </a:br>
            <a:r>
              <a:rPr lang="en-US" sz="1700">
                <a:solidFill>
                  <a:srgbClr val="FFFFFF"/>
                </a:solidFill>
              </a:rPr>
              <a:t>- Building a basic vocabulary  </a:t>
            </a:r>
            <a:br>
              <a:rPr lang="en-US" sz="1700">
                <a:solidFill>
                  <a:srgbClr val="FFFFFF"/>
                </a:solidFill>
              </a:rPr>
            </a:br>
            <a:r>
              <a:rPr lang="en-US" sz="1700">
                <a:solidFill>
                  <a:srgbClr val="FFFFFF"/>
                </a:solidFill>
              </a:rPr>
              <a:t>- Mapping simple syntactic structures  </a:t>
            </a:r>
            <a:br>
              <a:rPr lang="en-US" sz="1700">
                <a:solidFill>
                  <a:srgbClr val="FFFFFF"/>
                </a:solidFill>
              </a:rPr>
            </a:br>
            <a:br>
              <a:rPr lang="en-US" sz="1700">
                <a:solidFill>
                  <a:srgbClr val="FFFFFF"/>
                </a:solidFill>
              </a:rPr>
            </a:br>
            <a:r>
              <a:rPr lang="en-US" sz="1700">
                <a:solidFill>
                  <a:srgbClr val="FFFFFF"/>
                </a:solidFill>
              </a:rPr>
              <a:t>This mirrors early rule-based NLP systems that relied heavily on manually created grammar rules and dictionaries.</a:t>
            </a:r>
            <a:br>
              <a:rPr lang="en-US" sz="1700">
                <a:solidFill>
                  <a:srgbClr val="FFFFFF"/>
                </a:solidFill>
              </a:rPr>
            </a:br>
            <a:endParaRPr lang="en-US" sz="1700">
              <a:solidFill>
                <a:srgbClr val="FFFFFF"/>
              </a:solidFill>
            </a:endParaRPr>
          </a:p>
        </p:txBody>
      </p:sp>
      <p:sp>
        <p:nvSpPr>
          <p:cNvPr id="11" name="sketch line 1">
            <a:extLst>
              <a:ext uri="{FF2B5EF4-FFF2-40B4-BE49-F238E27FC236}">
                <a16:creationId xmlns:a16="http://schemas.microsoft.com/office/drawing/2014/main" id="{32C5B66D-E390-4A14-AB60-69626CBF29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62635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ketch line">
            <a:extLst>
              <a:ext uri="{FF2B5EF4-FFF2-40B4-BE49-F238E27FC236}">
                <a16:creationId xmlns:a16="http://schemas.microsoft.com/office/drawing/2014/main" id="{646273DA-F933-4D17-A5FE-B1EF87FD7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653" y="5626353"/>
            <a:ext cx="3479619" cy="18288"/>
          </a:xfrm>
          <a:custGeom>
            <a:avLst/>
            <a:gdLst>
              <a:gd name="csX0" fmla="*/ 0 w 3479619"/>
              <a:gd name="csY0" fmla="*/ 0 h 18288"/>
              <a:gd name="csX1" fmla="*/ 661128 w 3479619"/>
              <a:gd name="csY1" fmla="*/ 0 h 18288"/>
              <a:gd name="csX2" fmla="*/ 1357051 w 3479619"/>
              <a:gd name="csY2" fmla="*/ 0 h 18288"/>
              <a:gd name="csX3" fmla="*/ 2087771 w 3479619"/>
              <a:gd name="csY3" fmla="*/ 0 h 18288"/>
              <a:gd name="csX4" fmla="*/ 2818491 w 3479619"/>
              <a:gd name="csY4" fmla="*/ 0 h 18288"/>
              <a:gd name="csX5" fmla="*/ 3479619 w 3479619"/>
              <a:gd name="csY5" fmla="*/ 0 h 18288"/>
              <a:gd name="csX6" fmla="*/ 3479619 w 3479619"/>
              <a:gd name="csY6" fmla="*/ 18288 h 18288"/>
              <a:gd name="csX7" fmla="*/ 2714103 w 3479619"/>
              <a:gd name="csY7" fmla="*/ 18288 h 18288"/>
              <a:gd name="csX8" fmla="*/ 1948587 w 3479619"/>
              <a:gd name="csY8" fmla="*/ 18288 h 18288"/>
              <a:gd name="csX9" fmla="*/ 1252663 w 3479619"/>
              <a:gd name="csY9" fmla="*/ 18288 h 18288"/>
              <a:gd name="csX10" fmla="*/ 0 w 3479619"/>
              <a:gd name="csY10" fmla="*/ 18288 h 18288"/>
              <a:gd name="csX11" fmla="*/ 0 w 3479619"/>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479619" h="18288" fill="none" extrusionOk="0">
                <a:moveTo>
                  <a:pt x="0" y="0"/>
                </a:moveTo>
                <a:cubicBezTo>
                  <a:pt x="178395" y="-3637"/>
                  <a:pt x="368619" y="-28254"/>
                  <a:pt x="661128" y="0"/>
                </a:cubicBezTo>
                <a:cubicBezTo>
                  <a:pt x="953637" y="28254"/>
                  <a:pt x="1022982" y="-4416"/>
                  <a:pt x="1357051" y="0"/>
                </a:cubicBezTo>
                <a:cubicBezTo>
                  <a:pt x="1691120" y="4416"/>
                  <a:pt x="1729558" y="27777"/>
                  <a:pt x="2087771" y="0"/>
                </a:cubicBezTo>
                <a:cubicBezTo>
                  <a:pt x="2445984" y="-27777"/>
                  <a:pt x="2592094" y="4429"/>
                  <a:pt x="2818491" y="0"/>
                </a:cubicBezTo>
                <a:cubicBezTo>
                  <a:pt x="3044888" y="-4429"/>
                  <a:pt x="3204567" y="26471"/>
                  <a:pt x="3479619" y="0"/>
                </a:cubicBezTo>
                <a:cubicBezTo>
                  <a:pt x="3478910" y="8157"/>
                  <a:pt x="3479206" y="12125"/>
                  <a:pt x="3479619" y="18288"/>
                </a:cubicBezTo>
                <a:cubicBezTo>
                  <a:pt x="3315855" y="-2963"/>
                  <a:pt x="3094885" y="26965"/>
                  <a:pt x="2714103" y="18288"/>
                </a:cubicBezTo>
                <a:cubicBezTo>
                  <a:pt x="2333321" y="9611"/>
                  <a:pt x="2260528" y="-15335"/>
                  <a:pt x="1948587" y="18288"/>
                </a:cubicBezTo>
                <a:cubicBezTo>
                  <a:pt x="1636646" y="51911"/>
                  <a:pt x="1489816" y="46369"/>
                  <a:pt x="1252663" y="18288"/>
                </a:cubicBezTo>
                <a:cubicBezTo>
                  <a:pt x="1015510" y="-9793"/>
                  <a:pt x="519812" y="-12177"/>
                  <a:pt x="0" y="18288"/>
                </a:cubicBezTo>
                <a:cubicBezTo>
                  <a:pt x="-46" y="12483"/>
                  <a:pt x="-203" y="6491"/>
                  <a:pt x="0" y="0"/>
                </a:cubicBezTo>
                <a:close/>
              </a:path>
              <a:path w="3479619" h="18288" stroke="0" extrusionOk="0">
                <a:moveTo>
                  <a:pt x="0" y="0"/>
                </a:moveTo>
                <a:cubicBezTo>
                  <a:pt x="326045" y="25020"/>
                  <a:pt x="425411" y="-17676"/>
                  <a:pt x="661128" y="0"/>
                </a:cubicBezTo>
                <a:cubicBezTo>
                  <a:pt x="896845" y="17676"/>
                  <a:pt x="1124825" y="1478"/>
                  <a:pt x="1252663" y="0"/>
                </a:cubicBezTo>
                <a:cubicBezTo>
                  <a:pt x="1380502" y="-1478"/>
                  <a:pt x="1694914" y="11788"/>
                  <a:pt x="2018179" y="0"/>
                </a:cubicBezTo>
                <a:cubicBezTo>
                  <a:pt x="2341444" y="-11788"/>
                  <a:pt x="2451167" y="12596"/>
                  <a:pt x="2679307" y="0"/>
                </a:cubicBezTo>
                <a:cubicBezTo>
                  <a:pt x="2907447" y="-12596"/>
                  <a:pt x="3094555" y="23821"/>
                  <a:pt x="3479619" y="0"/>
                </a:cubicBezTo>
                <a:cubicBezTo>
                  <a:pt x="3479355" y="4493"/>
                  <a:pt x="3480003" y="9472"/>
                  <a:pt x="3479619" y="18288"/>
                </a:cubicBezTo>
                <a:cubicBezTo>
                  <a:pt x="3311729" y="36782"/>
                  <a:pt x="3015946" y="7938"/>
                  <a:pt x="2783695" y="18288"/>
                </a:cubicBezTo>
                <a:cubicBezTo>
                  <a:pt x="2551444" y="28638"/>
                  <a:pt x="2398767" y="-13940"/>
                  <a:pt x="2018179" y="18288"/>
                </a:cubicBezTo>
                <a:cubicBezTo>
                  <a:pt x="1637591" y="50516"/>
                  <a:pt x="1634873" y="-6356"/>
                  <a:pt x="1426644" y="18288"/>
                </a:cubicBezTo>
                <a:cubicBezTo>
                  <a:pt x="1218415" y="42932"/>
                  <a:pt x="1006973" y="4094"/>
                  <a:pt x="730720" y="18288"/>
                </a:cubicBezTo>
                <a:cubicBezTo>
                  <a:pt x="454467" y="32482"/>
                  <a:pt x="291313" y="3910"/>
                  <a:pt x="0" y="18288"/>
                </a:cubicBezTo>
                <a:cubicBezTo>
                  <a:pt x="843" y="9577"/>
                  <a:pt x="371" y="690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4390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60E0E7-DFD3-640A-1716-9FD73558C129}"/>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0A2D48-EC31-249B-AB62-1C7DFF45A0E0}"/>
              </a:ext>
            </a:extLst>
          </p:cNvPr>
          <p:cNvSpPr>
            <a:spLocks noGrp="1"/>
          </p:cNvSpPr>
          <p:nvPr>
            <p:ph type="ctrTitle"/>
          </p:nvPr>
        </p:nvSpPr>
        <p:spPr>
          <a:xfrm>
            <a:off x="838200" y="451381"/>
            <a:ext cx="10512552" cy="4066540"/>
          </a:xfrm>
        </p:spPr>
        <p:txBody>
          <a:bodyPr anchor="b">
            <a:normAutofit fontScale="90000"/>
          </a:bodyPr>
          <a:lstStyle/>
          <a:p>
            <a:pPr algn="l"/>
            <a:br>
              <a:rPr lang="en-US" sz="1700"/>
            </a:br>
            <a:br>
              <a:rPr lang="en-US" sz="1700"/>
            </a:br>
            <a:r>
              <a:rPr lang="en-US" sz="1700"/>
              <a:t>Statistical NLP</a:t>
            </a:r>
            <a:br>
              <a:rPr lang="en-US" sz="1700"/>
            </a:br>
            <a:r>
              <a:rPr lang="en-US" sz="1700"/>
              <a:t>As more data becomes available, patterns begin to emerge:</a:t>
            </a:r>
            <a:br>
              <a:rPr lang="en-US" sz="1700"/>
            </a:br>
            <a:br>
              <a:rPr lang="en-US" sz="1700"/>
            </a:br>
            <a:r>
              <a:rPr lang="en-US" sz="1700"/>
              <a:t>- Symbol frequency  </a:t>
            </a:r>
            <a:br>
              <a:rPr lang="en-US" sz="1700"/>
            </a:br>
            <a:r>
              <a:rPr lang="en-US" sz="1700"/>
              <a:t>- Co-occurrence relationships  </a:t>
            </a:r>
            <a:br>
              <a:rPr lang="en-US" sz="1700"/>
            </a:br>
            <a:r>
              <a:rPr lang="en-US" sz="1700"/>
              <a:t>- Structural regularities  </a:t>
            </a:r>
            <a:br>
              <a:rPr lang="en-US" sz="1700"/>
            </a:br>
            <a:br>
              <a:rPr lang="en-US" sz="1700"/>
            </a:br>
            <a:r>
              <a:rPr lang="en-US" sz="1700"/>
              <a:t>These techniques resemble statistical NLP methods such as:</a:t>
            </a:r>
            <a:br>
              <a:rPr lang="en-US" sz="1700"/>
            </a:br>
            <a:br>
              <a:rPr lang="en-US" sz="1700"/>
            </a:br>
            <a:r>
              <a:rPr lang="en-US" sz="1700"/>
              <a:t>- N-gram models  </a:t>
            </a:r>
            <a:br>
              <a:rPr lang="en-US" sz="1700"/>
            </a:br>
            <a:r>
              <a:rPr lang="en-US" sz="1700"/>
              <a:t>- Hidden Markov Models  </a:t>
            </a:r>
            <a:br>
              <a:rPr lang="en-US" sz="1700"/>
            </a:br>
            <a:r>
              <a:rPr lang="en-US" sz="1700"/>
              <a:t>- Probabilistic parsing  </a:t>
            </a:r>
            <a:br>
              <a:rPr lang="en-US" sz="1700"/>
            </a:br>
            <a:br>
              <a:rPr lang="en-US" sz="1700"/>
            </a:br>
            <a:r>
              <a:rPr lang="en-US" sz="1700"/>
              <a:t>Louise’s team uses frequency analysis to infer meaning, a core statistical approach.</a:t>
            </a:r>
            <a:br>
              <a:rPr lang="en-US" sz="1700"/>
            </a:br>
            <a:br>
              <a:rPr lang="en-US" sz="1700"/>
            </a:br>
            <a:br>
              <a:rPr lang="en-US" sz="1700"/>
            </a:br>
            <a:endParaRPr lang="en-US" sz="1700"/>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3771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09E44A-45AB-12E5-EC26-8821AB18F5BE}"/>
            </a:ext>
          </a:extLst>
        </p:cNvPr>
        <p:cNvGrpSpPr/>
        <p:nvPr/>
      </p:nvGrpSpPr>
      <p:grpSpPr>
        <a:xfrm>
          <a:off x="0" y="0"/>
          <a:ext cx="0" cy="0"/>
          <a:chOff x="0" y="0"/>
          <a:chExt cx="0" cy="0"/>
        </a:xfrm>
      </p:grpSpPr>
      <p:sp useBgFill="1">
        <p:nvSpPr>
          <p:cNvPr id="49"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Color Cover">
            <a:extLst>
              <a:ext uri="{FF2B5EF4-FFF2-40B4-BE49-F238E27FC236}">
                <a16:creationId xmlns:a16="http://schemas.microsoft.com/office/drawing/2014/main" id="{6BE11944-ED05-4FE9-9927-06C110BB3A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1" name="Group 50">
            <a:extLst>
              <a:ext uri="{FF2B5EF4-FFF2-40B4-BE49-F238E27FC236}">
                <a16:creationId xmlns:a16="http://schemas.microsoft.com/office/drawing/2014/main" id="{A2812508-238C-4BCD-BDD3-25C99C5CA2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167"/>
            <a:ext cx="12188952" cy="3490956"/>
            <a:chOff x="651279" y="598259"/>
            <a:chExt cx="10889442" cy="5680742"/>
          </a:xfrm>
        </p:grpSpPr>
        <p:sp>
          <p:nvSpPr>
            <p:cNvPr id="26" name="Color">
              <a:extLst>
                <a:ext uri="{FF2B5EF4-FFF2-40B4-BE49-F238E27FC236}">
                  <a16:creationId xmlns:a16="http://schemas.microsoft.com/office/drawing/2014/main" id="{EA98B5EE-6906-45B1-8691-D06F06B6C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lor">
              <a:extLst>
                <a:ext uri="{FF2B5EF4-FFF2-40B4-BE49-F238E27FC236}">
                  <a16:creationId xmlns:a16="http://schemas.microsoft.com/office/drawing/2014/main" id="{3CB4D77E-DA74-4797-88E4-C7D817D315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2" name="Group 51">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0" name="Freeform: Shape 29">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5" name="Freeform: Shape 34">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CFD07842-C5EA-3A77-1359-4208AF53FCFA}"/>
              </a:ext>
            </a:extLst>
          </p:cNvPr>
          <p:cNvSpPr>
            <a:spLocks noGrp="1"/>
          </p:cNvSpPr>
          <p:nvPr>
            <p:ph type="ctrTitle"/>
          </p:nvPr>
        </p:nvSpPr>
        <p:spPr>
          <a:xfrm>
            <a:off x="789708" y="1014574"/>
            <a:ext cx="9725730" cy="2226769"/>
          </a:xfrm>
        </p:spPr>
        <p:txBody>
          <a:bodyPr anchor="ctr">
            <a:normAutofit fontScale="90000"/>
          </a:bodyPr>
          <a:lstStyle/>
          <a:p>
            <a:pPr algn="l"/>
            <a:br>
              <a:rPr lang="en-US" sz="1200">
                <a:solidFill>
                  <a:schemeClr val="bg1"/>
                </a:solidFill>
              </a:rPr>
            </a:br>
            <a:br>
              <a:rPr lang="en-US" sz="1200">
                <a:solidFill>
                  <a:schemeClr val="bg1"/>
                </a:solidFill>
              </a:rPr>
            </a:br>
            <a:r>
              <a:rPr lang="en-US" sz="1200">
                <a:solidFill>
                  <a:schemeClr val="bg1"/>
                </a:solidFill>
              </a:rPr>
              <a:t>Deep NLP (Neural Networks &amp; Transformers)</a:t>
            </a:r>
            <a:br>
              <a:rPr lang="en-US" sz="1200">
                <a:solidFill>
                  <a:schemeClr val="bg1"/>
                </a:solidFill>
              </a:rPr>
            </a:br>
            <a:r>
              <a:rPr lang="en-US" sz="1200">
                <a:solidFill>
                  <a:schemeClr val="bg1"/>
                </a:solidFill>
              </a:rPr>
              <a:t>The holistic nature of Heptapod B aligns most closely with deep learning:</a:t>
            </a:r>
            <a:br>
              <a:rPr lang="en-US" sz="1200">
                <a:solidFill>
                  <a:schemeClr val="bg1"/>
                </a:solidFill>
              </a:rPr>
            </a:br>
            <a:br>
              <a:rPr lang="en-US" sz="1200">
                <a:solidFill>
                  <a:schemeClr val="bg1"/>
                </a:solidFill>
              </a:rPr>
            </a:br>
            <a:r>
              <a:rPr lang="en-US" sz="1200">
                <a:solidFill>
                  <a:schemeClr val="bg1"/>
                </a:solidFill>
              </a:rPr>
              <a:t>- Meaning is encoded in the entire symbol  </a:t>
            </a:r>
            <a:br>
              <a:rPr lang="en-US" sz="1200">
                <a:solidFill>
                  <a:schemeClr val="bg1"/>
                </a:solidFill>
              </a:rPr>
            </a:br>
            <a:r>
              <a:rPr lang="en-US" sz="1200">
                <a:solidFill>
                  <a:schemeClr val="bg1"/>
                </a:solidFill>
              </a:rPr>
              <a:t>- Context is global rather than sequential  </a:t>
            </a:r>
            <a:br>
              <a:rPr lang="en-US" sz="1200">
                <a:solidFill>
                  <a:schemeClr val="bg1"/>
                </a:solidFill>
              </a:rPr>
            </a:br>
            <a:r>
              <a:rPr lang="en-US" sz="1200">
                <a:solidFill>
                  <a:schemeClr val="bg1"/>
                </a:solidFill>
              </a:rPr>
              <a:t>- Interpretation requires understanding relationships across the whole structure  </a:t>
            </a:r>
            <a:br>
              <a:rPr lang="en-US" sz="1200">
                <a:solidFill>
                  <a:schemeClr val="bg1"/>
                </a:solidFill>
              </a:rPr>
            </a:br>
            <a:br>
              <a:rPr lang="en-US" sz="1200">
                <a:solidFill>
                  <a:schemeClr val="bg1"/>
                </a:solidFill>
              </a:rPr>
            </a:br>
            <a:r>
              <a:rPr lang="en-US" sz="1200">
                <a:solidFill>
                  <a:schemeClr val="bg1"/>
                </a:solidFill>
              </a:rPr>
              <a:t>This parallels:</a:t>
            </a:r>
            <a:br>
              <a:rPr lang="en-US" sz="1200">
                <a:solidFill>
                  <a:schemeClr val="bg1"/>
                </a:solidFill>
              </a:rPr>
            </a:br>
            <a:br>
              <a:rPr lang="en-US" sz="1200">
                <a:solidFill>
                  <a:schemeClr val="bg1"/>
                </a:solidFill>
              </a:rPr>
            </a:br>
            <a:r>
              <a:rPr lang="en-US" sz="1200">
                <a:solidFill>
                  <a:schemeClr val="bg1"/>
                </a:solidFill>
              </a:rPr>
              <a:t>- Transformer architectures  </a:t>
            </a:r>
            <a:br>
              <a:rPr lang="en-US" sz="1200">
                <a:solidFill>
                  <a:schemeClr val="bg1"/>
                </a:solidFill>
              </a:rPr>
            </a:br>
            <a:r>
              <a:rPr lang="en-US" sz="1200">
                <a:solidFill>
                  <a:schemeClr val="bg1"/>
                </a:solidFill>
              </a:rPr>
              <a:t>- Contextual word embeddings  </a:t>
            </a:r>
            <a:br>
              <a:rPr lang="en-US" sz="1200">
                <a:solidFill>
                  <a:schemeClr val="bg1"/>
                </a:solidFill>
              </a:rPr>
            </a:br>
            <a:r>
              <a:rPr lang="en-US" sz="1200">
                <a:solidFill>
                  <a:schemeClr val="bg1"/>
                </a:solidFill>
              </a:rPr>
              <a:t>- Sequence-to-sequence models  </a:t>
            </a:r>
            <a:br>
              <a:rPr lang="en-US" sz="1200">
                <a:solidFill>
                  <a:schemeClr val="bg1"/>
                </a:solidFill>
              </a:rPr>
            </a:br>
            <a:br>
              <a:rPr lang="en-US" sz="1200">
                <a:solidFill>
                  <a:schemeClr val="bg1"/>
                </a:solidFill>
              </a:rPr>
            </a:br>
            <a:r>
              <a:rPr lang="en-US" sz="1200">
                <a:solidFill>
                  <a:schemeClr val="bg1"/>
                </a:solidFill>
              </a:rPr>
              <a:t>Louise’s eventual ability to “think” in Heptapod B resembles how deep learning models internalize complex representations after extensive training.</a:t>
            </a:r>
            <a:br>
              <a:rPr lang="en-US" sz="1200">
                <a:solidFill>
                  <a:schemeClr val="bg1"/>
                </a:solidFill>
              </a:rPr>
            </a:br>
            <a:br>
              <a:rPr lang="en-US" sz="1200">
                <a:solidFill>
                  <a:schemeClr val="bg1"/>
                </a:solidFill>
              </a:rPr>
            </a:br>
            <a:br>
              <a:rPr lang="en-US" sz="1200">
                <a:solidFill>
                  <a:schemeClr val="bg1"/>
                </a:solidFill>
              </a:rPr>
            </a:br>
            <a:endParaRPr lang="en-US" sz="1200">
              <a:solidFill>
                <a:schemeClr val="bg1"/>
              </a:solidFill>
            </a:endParaRPr>
          </a:p>
        </p:txBody>
      </p:sp>
    </p:spTree>
    <p:extLst>
      <p:ext uri="{BB962C8B-B14F-4D97-AF65-F5344CB8AC3E}">
        <p14:creationId xmlns:p14="http://schemas.microsoft.com/office/powerpoint/2010/main" val="4034949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2B0ACC-03D2-FB9C-DCC6-261B89FE37BF}"/>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BEC324-9B15-A7BC-4F8F-993E6A235D6A}"/>
              </a:ext>
            </a:extLst>
          </p:cNvPr>
          <p:cNvSpPr>
            <a:spLocks noGrp="1"/>
          </p:cNvSpPr>
          <p:nvPr>
            <p:ph type="ctrTitle"/>
          </p:nvPr>
        </p:nvSpPr>
        <p:spPr>
          <a:xfrm>
            <a:off x="838200" y="1122362"/>
            <a:ext cx="6281928" cy="4135437"/>
          </a:xfrm>
        </p:spPr>
        <p:txBody>
          <a:bodyPr>
            <a:normAutofit/>
          </a:bodyPr>
          <a:lstStyle/>
          <a:p>
            <a:pPr algn="l"/>
            <a:br>
              <a:rPr lang="en-US" sz="1700"/>
            </a:br>
            <a:br>
              <a:rPr lang="en-US" sz="1700"/>
            </a:br>
            <a:r>
              <a:rPr lang="en-US" sz="1700"/>
              <a:t>Tools and Technologies Analogous to the Movie</a:t>
            </a:r>
            <a:br>
              <a:rPr lang="en-US" sz="1700"/>
            </a:br>
            <a:br>
              <a:rPr lang="en-US" sz="1700"/>
            </a:br>
            <a:r>
              <a:rPr lang="en-US" sz="1700"/>
              <a:t>Movie Technique NLP Analogy</a:t>
            </a:r>
            <a:br>
              <a:rPr lang="en-US" sz="1700"/>
            </a:br>
            <a:br>
              <a:rPr lang="en-US" sz="1700"/>
            </a:br>
            <a:r>
              <a:rPr lang="en-US" sz="1700"/>
              <a:t>Visual symbol mapping OCR and image-to-text systems</a:t>
            </a:r>
            <a:br>
              <a:rPr lang="en-US" sz="1700"/>
            </a:br>
            <a:r>
              <a:rPr lang="en-US" sz="1700"/>
              <a:t>Iterative hypothesis testing Active learning</a:t>
            </a:r>
            <a:br>
              <a:rPr lang="en-US" sz="1700"/>
            </a:br>
            <a:r>
              <a:rPr lang="en-US" sz="1700"/>
              <a:t>Building a bilingual lexicon Parallel corpora in machine translation</a:t>
            </a:r>
            <a:br>
              <a:rPr lang="en-US" sz="1700"/>
            </a:br>
            <a:r>
              <a:rPr lang="en-US" sz="1700"/>
              <a:t>Reinterpreting “weapon” through context Contextual embeddings (e.g., BERT)</a:t>
            </a:r>
            <a:br>
              <a:rPr lang="en-US" sz="1700"/>
            </a:br>
            <a:r>
              <a:rPr lang="en-US" sz="1700"/>
              <a:t>Nonlinear time perception Non-sequential attention mechanisms</a:t>
            </a:r>
            <a:br>
              <a:rPr lang="en-US" sz="1700"/>
            </a:br>
            <a:br>
              <a:rPr lang="en-US" sz="1700"/>
            </a:br>
            <a:br>
              <a:rPr lang="en-US" sz="1700"/>
            </a:br>
            <a:endParaRPr lang="en-US" sz="1700"/>
          </a:p>
        </p:txBody>
      </p:sp>
      <p:sp>
        <p:nvSpPr>
          <p:cNvPr id="9" name="Rectangle 8">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488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7C6F68-8A57-BCDC-B572-1A4969FCC7F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B6CD22E-2269-419F-9E81-016EA035D4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C2FB01-58A5-9F2A-BBD0-4D08F17BE9A1}"/>
              </a:ext>
            </a:extLst>
          </p:cNvPr>
          <p:cNvSpPr>
            <a:spLocks noGrp="1"/>
          </p:cNvSpPr>
          <p:nvPr>
            <p:ph type="ctrTitle"/>
          </p:nvPr>
        </p:nvSpPr>
        <p:spPr>
          <a:xfrm>
            <a:off x="647132" y="1295231"/>
            <a:ext cx="5895178" cy="3807446"/>
          </a:xfrm>
        </p:spPr>
        <p:txBody>
          <a:bodyPr anchor="b">
            <a:normAutofit/>
          </a:bodyPr>
          <a:lstStyle/>
          <a:p>
            <a:pPr algn="l"/>
            <a:br>
              <a:rPr lang="en-US" sz="1700"/>
            </a:br>
            <a:br>
              <a:rPr lang="en-US" sz="1700"/>
            </a:br>
            <a:r>
              <a:rPr lang="en-US" sz="1700"/>
              <a:t>Tools and Technologies Analogous to the Movie</a:t>
            </a:r>
            <a:br>
              <a:rPr lang="en-US" sz="1700"/>
            </a:br>
            <a:br>
              <a:rPr lang="en-US" sz="1700"/>
            </a:br>
            <a:r>
              <a:rPr lang="en-US" sz="1700"/>
              <a:t>Movie Technique NLP Analogy</a:t>
            </a:r>
            <a:br>
              <a:rPr lang="en-US" sz="1700"/>
            </a:br>
            <a:br>
              <a:rPr lang="en-US" sz="1700"/>
            </a:br>
            <a:r>
              <a:rPr lang="en-US" sz="1700"/>
              <a:t>Visual symbol mapping OCR and image-to-text systems</a:t>
            </a:r>
            <a:br>
              <a:rPr lang="en-US" sz="1700"/>
            </a:br>
            <a:r>
              <a:rPr lang="en-US" sz="1700"/>
              <a:t>Iterative hypothesis testing Active learning</a:t>
            </a:r>
            <a:br>
              <a:rPr lang="en-US" sz="1700"/>
            </a:br>
            <a:r>
              <a:rPr lang="en-US" sz="1700"/>
              <a:t>Building a bilingual lexicon Parallel corpora in machine translation</a:t>
            </a:r>
            <a:br>
              <a:rPr lang="en-US" sz="1700"/>
            </a:br>
            <a:r>
              <a:rPr lang="en-US" sz="1700"/>
              <a:t>Reinterpreting “weapon” through context Contextual embeddings (e.g., BERT)</a:t>
            </a:r>
            <a:br>
              <a:rPr lang="en-US" sz="1700"/>
            </a:br>
            <a:r>
              <a:rPr lang="en-US" sz="1700"/>
              <a:t>Nonlinear time perception Non-sequential attention mechanisms</a:t>
            </a:r>
            <a:br>
              <a:rPr lang="en-US" sz="1700"/>
            </a:br>
            <a:br>
              <a:rPr lang="en-US" sz="1700"/>
            </a:br>
            <a:br>
              <a:rPr lang="en-US" sz="1700"/>
            </a:br>
            <a:endParaRPr lang="en-US" sz="1700"/>
          </a:p>
        </p:txBody>
      </p:sp>
      <p:sp>
        <p:nvSpPr>
          <p:cNvPr id="9" name="Freeform: Shape 8">
            <a:extLst>
              <a:ext uri="{FF2B5EF4-FFF2-40B4-BE49-F238E27FC236}">
                <a16:creationId xmlns:a16="http://schemas.microsoft.com/office/drawing/2014/main" id="{AA607D34-E2A9-4595-9DB2-5472E077C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7082" y="0"/>
            <a:ext cx="4884918" cy="6858000"/>
          </a:xfrm>
          <a:custGeom>
            <a:avLst/>
            <a:gdLst>
              <a:gd name="connsiteX0" fmla="*/ 1097203 w 4884918"/>
              <a:gd name="connsiteY0" fmla="*/ 0 h 6858000"/>
              <a:gd name="connsiteX1" fmla="*/ 1154155 w 4884918"/>
              <a:gd name="connsiteY1" fmla="*/ 0 h 6858000"/>
              <a:gd name="connsiteX2" fmla="*/ 972305 w 4884918"/>
              <a:gd name="connsiteY2" fmla="*/ 343212 h 6858000"/>
              <a:gd name="connsiteX3" fmla="*/ 780524 w 4884918"/>
              <a:gd name="connsiteY3" fmla="*/ 761067 h 6858000"/>
              <a:gd name="connsiteX4" fmla="*/ 737045 w 4884918"/>
              <a:gd name="connsiteY4" fmla="*/ 865164 h 6858000"/>
              <a:gd name="connsiteX5" fmla="*/ 762322 w 4884918"/>
              <a:gd name="connsiteY5" fmla="*/ 830676 h 6858000"/>
              <a:gd name="connsiteX6" fmla="*/ 1118805 w 4884918"/>
              <a:gd name="connsiteY6" fmla="*/ 160440 h 6858000"/>
              <a:gd name="connsiteX7" fmla="*/ 1221640 w 4884918"/>
              <a:gd name="connsiteY7" fmla="*/ 0 h 6858000"/>
              <a:gd name="connsiteX8" fmla="*/ 4884918 w 4884918"/>
              <a:gd name="connsiteY8" fmla="*/ 0 h 6858000"/>
              <a:gd name="connsiteX9" fmla="*/ 4884918 w 4884918"/>
              <a:gd name="connsiteY9" fmla="*/ 6857999 h 6858000"/>
              <a:gd name="connsiteX10" fmla="*/ 4884918 w 4884918"/>
              <a:gd name="connsiteY10" fmla="*/ 6858000 h 6858000"/>
              <a:gd name="connsiteX11" fmla="*/ 704817 w 4884918"/>
              <a:gd name="connsiteY11" fmla="*/ 6858000 h 6858000"/>
              <a:gd name="connsiteX12" fmla="*/ 618717 w 4884918"/>
              <a:gd name="connsiteY12" fmla="*/ 6672538 h 6858000"/>
              <a:gd name="connsiteX13" fmla="*/ 309324 w 4884918"/>
              <a:gd name="connsiteY13" fmla="*/ 5833618 h 6858000"/>
              <a:gd name="connsiteX14" fmla="*/ 209850 w 4884918"/>
              <a:gd name="connsiteY14" fmla="*/ 5484180 h 6858000"/>
              <a:gd name="connsiteX15" fmla="*/ 211619 w 4884918"/>
              <a:gd name="connsiteY15" fmla="*/ 5517653 h 6858000"/>
              <a:gd name="connsiteX16" fmla="*/ 361778 w 4884918"/>
              <a:gd name="connsiteY16" fmla="*/ 6145524 h 6858000"/>
              <a:gd name="connsiteX17" fmla="*/ 591356 w 4884918"/>
              <a:gd name="connsiteY17" fmla="*/ 6843306 h 6858000"/>
              <a:gd name="connsiteX18" fmla="*/ 597415 w 4884918"/>
              <a:gd name="connsiteY18" fmla="*/ 6858000 h 6858000"/>
              <a:gd name="connsiteX19" fmla="*/ 545224 w 4884918"/>
              <a:gd name="connsiteY19" fmla="*/ 6858000 h 6858000"/>
              <a:gd name="connsiteX20" fmla="*/ 533604 w 4884918"/>
              <a:gd name="connsiteY20" fmla="*/ 6830072 h 6858000"/>
              <a:gd name="connsiteX21" fmla="*/ 169657 w 4884918"/>
              <a:gd name="connsiteY21" fmla="*/ 5556577 h 6858000"/>
              <a:gd name="connsiteX22" fmla="*/ 12169 w 4884918"/>
              <a:gd name="connsiteY22" fmla="*/ 4362835 h 6858000"/>
              <a:gd name="connsiteX23" fmla="*/ 46168 w 4884918"/>
              <a:gd name="connsiteY23" fmla="*/ 3338487 h 6858000"/>
              <a:gd name="connsiteX24" fmla="*/ 490574 w 4884918"/>
              <a:gd name="connsiteY24" fmla="*/ 1381078 h 6858000"/>
              <a:gd name="connsiteX25" fmla="*/ 984701 w 4884918"/>
              <a:gd name="connsiteY25" fmla="*/ 2082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884918" h="6858000">
                <a:moveTo>
                  <a:pt x="1097203" y="0"/>
                </a:moveTo>
                <a:lnTo>
                  <a:pt x="1154155" y="0"/>
                </a:lnTo>
                <a:lnTo>
                  <a:pt x="972305" y="343212"/>
                </a:lnTo>
                <a:cubicBezTo>
                  <a:pt x="904739" y="480367"/>
                  <a:pt x="840941" y="619727"/>
                  <a:pt x="780524" y="761067"/>
                </a:cubicBezTo>
                <a:cubicBezTo>
                  <a:pt x="765737" y="795681"/>
                  <a:pt x="751579" y="830550"/>
                  <a:pt x="737045" y="865164"/>
                </a:cubicBezTo>
                <a:cubicBezTo>
                  <a:pt x="748306" y="856057"/>
                  <a:pt x="757014" y="844174"/>
                  <a:pt x="762322" y="830676"/>
                </a:cubicBezTo>
                <a:cubicBezTo>
                  <a:pt x="870201" y="600612"/>
                  <a:pt x="988539" y="376889"/>
                  <a:pt x="1118805" y="160440"/>
                </a:cubicBezTo>
                <a:lnTo>
                  <a:pt x="1221640" y="0"/>
                </a:lnTo>
                <a:lnTo>
                  <a:pt x="4884918" y="0"/>
                </a:lnTo>
                <a:lnTo>
                  <a:pt x="4884918" y="6857999"/>
                </a:lnTo>
                <a:lnTo>
                  <a:pt x="4884918" y="6858000"/>
                </a:lnTo>
                <a:lnTo>
                  <a:pt x="704817" y="6858000"/>
                </a:lnTo>
                <a:lnTo>
                  <a:pt x="618717" y="6672538"/>
                </a:lnTo>
                <a:cubicBezTo>
                  <a:pt x="501618" y="6400947"/>
                  <a:pt x="398622" y="6121213"/>
                  <a:pt x="309324" y="5833618"/>
                </a:cubicBezTo>
                <a:cubicBezTo>
                  <a:pt x="275071" y="5723183"/>
                  <a:pt x="246125" y="5611225"/>
                  <a:pt x="209850" y="5484180"/>
                </a:cubicBezTo>
                <a:cubicBezTo>
                  <a:pt x="209859" y="5495363"/>
                  <a:pt x="210448" y="5506534"/>
                  <a:pt x="211619" y="5517653"/>
                </a:cubicBezTo>
                <a:cubicBezTo>
                  <a:pt x="261166" y="5727113"/>
                  <a:pt x="303888" y="5938474"/>
                  <a:pt x="361778" y="6145524"/>
                </a:cubicBezTo>
                <a:cubicBezTo>
                  <a:pt x="428356" y="6383258"/>
                  <a:pt x="504422" y="6616111"/>
                  <a:pt x="591356" y="6843306"/>
                </a:cubicBezTo>
                <a:lnTo>
                  <a:pt x="597415" y="6858000"/>
                </a:lnTo>
                <a:lnTo>
                  <a:pt x="545224" y="6858000"/>
                </a:lnTo>
                <a:lnTo>
                  <a:pt x="533604" y="6830072"/>
                </a:lnTo>
                <a:cubicBezTo>
                  <a:pt x="376384" y="6416985"/>
                  <a:pt x="257344" y="5991917"/>
                  <a:pt x="169657" y="5556577"/>
                </a:cubicBezTo>
                <a:cubicBezTo>
                  <a:pt x="90154" y="5162256"/>
                  <a:pt x="43261" y="4763750"/>
                  <a:pt x="12169" y="4362835"/>
                </a:cubicBezTo>
                <a:cubicBezTo>
                  <a:pt x="-14122" y="4019865"/>
                  <a:pt x="4458" y="3679429"/>
                  <a:pt x="46168" y="3338487"/>
                </a:cubicBezTo>
                <a:cubicBezTo>
                  <a:pt x="125796" y="2672248"/>
                  <a:pt x="274744" y="2016203"/>
                  <a:pt x="490574" y="1381078"/>
                </a:cubicBezTo>
                <a:cubicBezTo>
                  <a:pt x="629230" y="976550"/>
                  <a:pt x="791584" y="584320"/>
                  <a:pt x="984701" y="208241"/>
                </a:cubicBezTo>
                <a:close/>
              </a:path>
            </a:pathLst>
          </a:custGeom>
          <a:solidFill>
            <a:schemeClr val="accent2"/>
          </a:solidFill>
          <a:ln w="6857" cap="flat">
            <a:noFill/>
            <a:prstDash val="solid"/>
            <a:miter/>
          </a:ln>
        </p:spPr>
        <p:txBody>
          <a:bodyPr wrap="square" rtlCol="0" anchor="ctr">
            <a:noAutofit/>
          </a:bodyPr>
          <a:lstStyle/>
          <a:p>
            <a:endParaRPr lang="en-US"/>
          </a:p>
        </p:txBody>
      </p:sp>
      <p:sp>
        <p:nvSpPr>
          <p:cNvPr id="11"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180" y="5439978"/>
            <a:ext cx="5897880" cy="18288"/>
          </a:xfrm>
          <a:custGeom>
            <a:avLst/>
            <a:gdLst>
              <a:gd name="csX0" fmla="*/ 0 w 5897880"/>
              <a:gd name="csY0" fmla="*/ 0 h 18288"/>
              <a:gd name="csX1" fmla="*/ 537362 w 5897880"/>
              <a:gd name="csY1" fmla="*/ 0 h 18288"/>
              <a:gd name="csX2" fmla="*/ 1133704 w 5897880"/>
              <a:gd name="csY2" fmla="*/ 0 h 18288"/>
              <a:gd name="csX3" fmla="*/ 1671066 w 5897880"/>
              <a:gd name="csY3" fmla="*/ 0 h 18288"/>
              <a:gd name="csX4" fmla="*/ 2385365 w 5897880"/>
              <a:gd name="csY4" fmla="*/ 0 h 18288"/>
              <a:gd name="csX5" fmla="*/ 3040685 w 5897880"/>
              <a:gd name="csY5" fmla="*/ 0 h 18288"/>
              <a:gd name="csX6" fmla="*/ 3696005 w 5897880"/>
              <a:gd name="csY6" fmla="*/ 0 h 18288"/>
              <a:gd name="csX7" fmla="*/ 4469282 w 5897880"/>
              <a:gd name="csY7" fmla="*/ 0 h 18288"/>
              <a:gd name="csX8" fmla="*/ 5183581 w 5897880"/>
              <a:gd name="csY8" fmla="*/ 0 h 18288"/>
              <a:gd name="csX9" fmla="*/ 5897880 w 5897880"/>
              <a:gd name="csY9" fmla="*/ 0 h 18288"/>
              <a:gd name="csX10" fmla="*/ 5897880 w 5897880"/>
              <a:gd name="csY10" fmla="*/ 18288 h 18288"/>
              <a:gd name="csX11" fmla="*/ 5419496 w 5897880"/>
              <a:gd name="csY11" fmla="*/ 18288 h 18288"/>
              <a:gd name="csX12" fmla="*/ 4882134 w 5897880"/>
              <a:gd name="csY12" fmla="*/ 18288 h 18288"/>
              <a:gd name="csX13" fmla="*/ 4167835 w 5897880"/>
              <a:gd name="csY13" fmla="*/ 18288 h 18288"/>
              <a:gd name="csX14" fmla="*/ 3394558 w 5897880"/>
              <a:gd name="csY14" fmla="*/ 18288 h 18288"/>
              <a:gd name="csX15" fmla="*/ 2798216 w 5897880"/>
              <a:gd name="csY15" fmla="*/ 18288 h 18288"/>
              <a:gd name="csX16" fmla="*/ 2024939 w 5897880"/>
              <a:gd name="csY16" fmla="*/ 18288 h 18288"/>
              <a:gd name="csX17" fmla="*/ 1487576 w 5897880"/>
              <a:gd name="csY17" fmla="*/ 18288 h 18288"/>
              <a:gd name="csX18" fmla="*/ 1009193 w 5897880"/>
              <a:gd name="csY18" fmla="*/ 18288 h 18288"/>
              <a:gd name="csX19" fmla="*/ 0 w 5897880"/>
              <a:gd name="csY19" fmla="*/ 18288 h 18288"/>
              <a:gd name="csX20" fmla="*/ 0 w 5897880"/>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5897880" h="18288" fill="none" extrusionOk="0">
                <a:moveTo>
                  <a:pt x="0" y="0"/>
                </a:moveTo>
                <a:cubicBezTo>
                  <a:pt x="232564" y="21549"/>
                  <a:pt x="389747" y="7320"/>
                  <a:pt x="537362" y="0"/>
                </a:cubicBezTo>
                <a:cubicBezTo>
                  <a:pt x="684977" y="-7320"/>
                  <a:pt x="894159" y="-7726"/>
                  <a:pt x="1133704" y="0"/>
                </a:cubicBezTo>
                <a:cubicBezTo>
                  <a:pt x="1373249" y="7726"/>
                  <a:pt x="1440352" y="-304"/>
                  <a:pt x="1671066" y="0"/>
                </a:cubicBezTo>
                <a:cubicBezTo>
                  <a:pt x="1901780" y="304"/>
                  <a:pt x="2091497" y="765"/>
                  <a:pt x="2385365" y="0"/>
                </a:cubicBezTo>
                <a:cubicBezTo>
                  <a:pt x="2679233" y="-765"/>
                  <a:pt x="2762926" y="2802"/>
                  <a:pt x="3040685" y="0"/>
                </a:cubicBezTo>
                <a:cubicBezTo>
                  <a:pt x="3318444" y="-2802"/>
                  <a:pt x="3409726" y="9093"/>
                  <a:pt x="3696005" y="0"/>
                </a:cubicBezTo>
                <a:cubicBezTo>
                  <a:pt x="3982284" y="-9093"/>
                  <a:pt x="4087272" y="27119"/>
                  <a:pt x="4469282" y="0"/>
                </a:cubicBezTo>
                <a:cubicBezTo>
                  <a:pt x="4851292" y="-27119"/>
                  <a:pt x="4924835" y="26473"/>
                  <a:pt x="5183581" y="0"/>
                </a:cubicBezTo>
                <a:cubicBezTo>
                  <a:pt x="5442327" y="-26473"/>
                  <a:pt x="5598463" y="7328"/>
                  <a:pt x="5897880" y="0"/>
                </a:cubicBezTo>
                <a:cubicBezTo>
                  <a:pt x="5898259" y="7355"/>
                  <a:pt x="5898164" y="10249"/>
                  <a:pt x="5897880" y="18288"/>
                </a:cubicBezTo>
                <a:cubicBezTo>
                  <a:pt x="5682742" y="31268"/>
                  <a:pt x="5520014" y="14700"/>
                  <a:pt x="5419496" y="18288"/>
                </a:cubicBezTo>
                <a:cubicBezTo>
                  <a:pt x="5318978" y="21876"/>
                  <a:pt x="5012864" y="-2446"/>
                  <a:pt x="4882134" y="18288"/>
                </a:cubicBezTo>
                <a:cubicBezTo>
                  <a:pt x="4751404" y="39022"/>
                  <a:pt x="4313676" y="-3937"/>
                  <a:pt x="4167835" y="18288"/>
                </a:cubicBezTo>
                <a:cubicBezTo>
                  <a:pt x="4021994" y="40513"/>
                  <a:pt x="3715729" y="50049"/>
                  <a:pt x="3394558" y="18288"/>
                </a:cubicBezTo>
                <a:cubicBezTo>
                  <a:pt x="3073387" y="-13473"/>
                  <a:pt x="3093227" y="29828"/>
                  <a:pt x="2798216" y="18288"/>
                </a:cubicBezTo>
                <a:cubicBezTo>
                  <a:pt x="2503205" y="6748"/>
                  <a:pt x="2297615" y="22459"/>
                  <a:pt x="2024939" y="18288"/>
                </a:cubicBezTo>
                <a:cubicBezTo>
                  <a:pt x="1752263" y="14117"/>
                  <a:pt x="1629814" y="-5485"/>
                  <a:pt x="1487576" y="18288"/>
                </a:cubicBezTo>
                <a:cubicBezTo>
                  <a:pt x="1345338" y="42061"/>
                  <a:pt x="1238885" y="15810"/>
                  <a:pt x="1009193" y="18288"/>
                </a:cubicBezTo>
                <a:cubicBezTo>
                  <a:pt x="779501" y="20766"/>
                  <a:pt x="441829" y="-24679"/>
                  <a:pt x="0" y="18288"/>
                </a:cubicBezTo>
                <a:cubicBezTo>
                  <a:pt x="-384" y="12702"/>
                  <a:pt x="-513" y="4636"/>
                  <a:pt x="0" y="0"/>
                </a:cubicBezTo>
                <a:close/>
              </a:path>
              <a:path w="5897880" h="18288" stroke="0" extrusionOk="0">
                <a:moveTo>
                  <a:pt x="0" y="0"/>
                </a:moveTo>
                <a:cubicBezTo>
                  <a:pt x="196299" y="-26676"/>
                  <a:pt x="463834" y="6738"/>
                  <a:pt x="596341" y="0"/>
                </a:cubicBezTo>
                <a:cubicBezTo>
                  <a:pt x="728848" y="-6738"/>
                  <a:pt x="857267" y="1845"/>
                  <a:pt x="1074725" y="0"/>
                </a:cubicBezTo>
                <a:cubicBezTo>
                  <a:pt x="1292183" y="-1845"/>
                  <a:pt x="1545672" y="3744"/>
                  <a:pt x="1848002" y="0"/>
                </a:cubicBezTo>
                <a:cubicBezTo>
                  <a:pt x="2150332" y="-3744"/>
                  <a:pt x="2306688" y="-14526"/>
                  <a:pt x="2444344" y="0"/>
                </a:cubicBezTo>
                <a:cubicBezTo>
                  <a:pt x="2582000" y="14526"/>
                  <a:pt x="2761095" y="-11862"/>
                  <a:pt x="3040685" y="0"/>
                </a:cubicBezTo>
                <a:cubicBezTo>
                  <a:pt x="3320275" y="11862"/>
                  <a:pt x="3622320" y="-32867"/>
                  <a:pt x="3813962" y="0"/>
                </a:cubicBezTo>
                <a:cubicBezTo>
                  <a:pt x="4005604" y="32867"/>
                  <a:pt x="4117810" y="-10778"/>
                  <a:pt x="4351325" y="0"/>
                </a:cubicBezTo>
                <a:cubicBezTo>
                  <a:pt x="4584840" y="10778"/>
                  <a:pt x="4963783" y="-32384"/>
                  <a:pt x="5124602" y="0"/>
                </a:cubicBezTo>
                <a:cubicBezTo>
                  <a:pt x="5285421" y="32384"/>
                  <a:pt x="5705238" y="-29538"/>
                  <a:pt x="5897880" y="0"/>
                </a:cubicBezTo>
                <a:cubicBezTo>
                  <a:pt x="5898220" y="5688"/>
                  <a:pt x="5897711" y="13142"/>
                  <a:pt x="5897880" y="18288"/>
                </a:cubicBezTo>
                <a:cubicBezTo>
                  <a:pt x="5630425" y="-1425"/>
                  <a:pt x="5532865" y="12244"/>
                  <a:pt x="5242560" y="18288"/>
                </a:cubicBezTo>
                <a:cubicBezTo>
                  <a:pt x="4952255" y="24332"/>
                  <a:pt x="4783060" y="5748"/>
                  <a:pt x="4646219" y="18288"/>
                </a:cubicBezTo>
                <a:cubicBezTo>
                  <a:pt x="4509378" y="30828"/>
                  <a:pt x="4163771" y="-13995"/>
                  <a:pt x="3872941" y="18288"/>
                </a:cubicBezTo>
                <a:cubicBezTo>
                  <a:pt x="3582111" y="50571"/>
                  <a:pt x="3362704" y="-1402"/>
                  <a:pt x="3099664" y="18288"/>
                </a:cubicBezTo>
                <a:cubicBezTo>
                  <a:pt x="2836624" y="37978"/>
                  <a:pt x="2747441" y="19657"/>
                  <a:pt x="2562301" y="18288"/>
                </a:cubicBezTo>
                <a:cubicBezTo>
                  <a:pt x="2377161" y="16919"/>
                  <a:pt x="2104946" y="21735"/>
                  <a:pt x="1906981" y="18288"/>
                </a:cubicBezTo>
                <a:cubicBezTo>
                  <a:pt x="1709016" y="14841"/>
                  <a:pt x="1304654" y="-2323"/>
                  <a:pt x="1133704" y="18288"/>
                </a:cubicBezTo>
                <a:cubicBezTo>
                  <a:pt x="962754" y="38899"/>
                  <a:pt x="457048" y="2985"/>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ketch line 2">
            <a:extLst>
              <a:ext uri="{FF2B5EF4-FFF2-40B4-BE49-F238E27FC236}">
                <a16:creationId xmlns:a16="http://schemas.microsoft.com/office/drawing/2014/main" id="{8FFD9892-EDE5-4886-A313-66099DA8C8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653" y="5626353"/>
            <a:ext cx="3479619" cy="18288"/>
          </a:xfrm>
          <a:custGeom>
            <a:avLst/>
            <a:gdLst>
              <a:gd name="csX0" fmla="*/ 0 w 3479619"/>
              <a:gd name="csY0" fmla="*/ 0 h 18288"/>
              <a:gd name="csX1" fmla="*/ 661128 w 3479619"/>
              <a:gd name="csY1" fmla="*/ 0 h 18288"/>
              <a:gd name="csX2" fmla="*/ 1357051 w 3479619"/>
              <a:gd name="csY2" fmla="*/ 0 h 18288"/>
              <a:gd name="csX3" fmla="*/ 2087771 w 3479619"/>
              <a:gd name="csY3" fmla="*/ 0 h 18288"/>
              <a:gd name="csX4" fmla="*/ 2818491 w 3479619"/>
              <a:gd name="csY4" fmla="*/ 0 h 18288"/>
              <a:gd name="csX5" fmla="*/ 3479619 w 3479619"/>
              <a:gd name="csY5" fmla="*/ 0 h 18288"/>
              <a:gd name="csX6" fmla="*/ 3479619 w 3479619"/>
              <a:gd name="csY6" fmla="*/ 18288 h 18288"/>
              <a:gd name="csX7" fmla="*/ 2714103 w 3479619"/>
              <a:gd name="csY7" fmla="*/ 18288 h 18288"/>
              <a:gd name="csX8" fmla="*/ 1948587 w 3479619"/>
              <a:gd name="csY8" fmla="*/ 18288 h 18288"/>
              <a:gd name="csX9" fmla="*/ 1252663 w 3479619"/>
              <a:gd name="csY9" fmla="*/ 18288 h 18288"/>
              <a:gd name="csX10" fmla="*/ 0 w 3479619"/>
              <a:gd name="csY10" fmla="*/ 18288 h 18288"/>
              <a:gd name="csX11" fmla="*/ 0 w 3479619"/>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479619" h="18288" fill="none" extrusionOk="0">
                <a:moveTo>
                  <a:pt x="0" y="0"/>
                </a:moveTo>
                <a:cubicBezTo>
                  <a:pt x="178395" y="-3637"/>
                  <a:pt x="368619" y="-28254"/>
                  <a:pt x="661128" y="0"/>
                </a:cubicBezTo>
                <a:cubicBezTo>
                  <a:pt x="953637" y="28254"/>
                  <a:pt x="1022982" y="-4416"/>
                  <a:pt x="1357051" y="0"/>
                </a:cubicBezTo>
                <a:cubicBezTo>
                  <a:pt x="1691120" y="4416"/>
                  <a:pt x="1729558" y="27777"/>
                  <a:pt x="2087771" y="0"/>
                </a:cubicBezTo>
                <a:cubicBezTo>
                  <a:pt x="2445984" y="-27777"/>
                  <a:pt x="2592094" y="4429"/>
                  <a:pt x="2818491" y="0"/>
                </a:cubicBezTo>
                <a:cubicBezTo>
                  <a:pt x="3044888" y="-4429"/>
                  <a:pt x="3204567" y="26471"/>
                  <a:pt x="3479619" y="0"/>
                </a:cubicBezTo>
                <a:cubicBezTo>
                  <a:pt x="3478910" y="8157"/>
                  <a:pt x="3479206" y="12125"/>
                  <a:pt x="3479619" y="18288"/>
                </a:cubicBezTo>
                <a:cubicBezTo>
                  <a:pt x="3315855" y="-2963"/>
                  <a:pt x="3094885" y="26965"/>
                  <a:pt x="2714103" y="18288"/>
                </a:cubicBezTo>
                <a:cubicBezTo>
                  <a:pt x="2333321" y="9611"/>
                  <a:pt x="2260528" y="-15335"/>
                  <a:pt x="1948587" y="18288"/>
                </a:cubicBezTo>
                <a:cubicBezTo>
                  <a:pt x="1636646" y="51911"/>
                  <a:pt x="1489816" y="46369"/>
                  <a:pt x="1252663" y="18288"/>
                </a:cubicBezTo>
                <a:cubicBezTo>
                  <a:pt x="1015510" y="-9793"/>
                  <a:pt x="519812" y="-12177"/>
                  <a:pt x="0" y="18288"/>
                </a:cubicBezTo>
                <a:cubicBezTo>
                  <a:pt x="-46" y="12483"/>
                  <a:pt x="-203" y="6491"/>
                  <a:pt x="0" y="0"/>
                </a:cubicBezTo>
                <a:close/>
              </a:path>
              <a:path w="3479619" h="18288" stroke="0" extrusionOk="0">
                <a:moveTo>
                  <a:pt x="0" y="0"/>
                </a:moveTo>
                <a:cubicBezTo>
                  <a:pt x="326045" y="25020"/>
                  <a:pt x="425411" y="-17676"/>
                  <a:pt x="661128" y="0"/>
                </a:cubicBezTo>
                <a:cubicBezTo>
                  <a:pt x="896845" y="17676"/>
                  <a:pt x="1124825" y="1478"/>
                  <a:pt x="1252663" y="0"/>
                </a:cubicBezTo>
                <a:cubicBezTo>
                  <a:pt x="1380502" y="-1478"/>
                  <a:pt x="1694914" y="11788"/>
                  <a:pt x="2018179" y="0"/>
                </a:cubicBezTo>
                <a:cubicBezTo>
                  <a:pt x="2341444" y="-11788"/>
                  <a:pt x="2451167" y="12596"/>
                  <a:pt x="2679307" y="0"/>
                </a:cubicBezTo>
                <a:cubicBezTo>
                  <a:pt x="2907447" y="-12596"/>
                  <a:pt x="3094555" y="23821"/>
                  <a:pt x="3479619" y="0"/>
                </a:cubicBezTo>
                <a:cubicBezTo>
                  <a:pt x="3479355" y="4493"/>
                  <a:pt x="3480003" y="9472"/>
                  <a:pt x="3479619" y="18288"/>
                </a:cubicBezTo>
                <a:cubicBezTo>
                  <a:pt x="3311729" y="36782"/>
                  <a:pt x="3015946" y="7938"/>
                  <a:pt x="2783695" y="18288"/>
                </a:cubicBezTo>
                <a:cubicBezTo>
                  <a:pt x="2551444" y="28638"/>
                  <a:pt x="2398767" y="-13940"/>
                  <a:pt x="2018179" y="18288"/>
                </a:cubicBezTo>
                <a:cubicBezTo>
                  <a:pt x="1637591" y="50516"/>
                  <a:pt x="1634873" y="-6356"/>
                  <a:pt x="1426644" y="18288"/>
                </a:cubicBezTo>
                <a:cubicBezTo>
                  <a:pt x="1218415" y="42932"/>
                  <a:pt x="1006973" y="4094"/>
                  <a:pt x="730720" y="18288"/>
                </a:cubicBezTo>
                <a:cubicBezTo>
                  <a:pt x="454467" y="32482"/>
                  <a:pt x="291313" y="3910"/>
                  <a:pt x="0" y="18288"/>
                </a:cubicBezTo>
                <a:cubicBezTo>
                  <a:pt x="843" y="9577"/>
                  <a:pt x="371" y="6900"/>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4809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663C77-D35B-2DB7-1122-EEFD5DC10681}"/>
            </a:ext>
          </a:extLst>
        </p:cNvPr>
        <p:cNvGrpSpPr/>
        <p:nvPr/>
      </p:nvGrpSpPr>
      <p:grpSpPr>
        <a:xfrm>
          <a:off x="0" y="0"/>
          <a:ext cx="0" cy="0"/>
          <a:chOff x="0" y="0"/>
          <a:chExt cx="0" cy="0"/>
        </a:xfrm>
      </p:grpSpPr>
      <p:sp useBgFill="1">
        <p:nvSpPr>
          <p:cNvPr id="16"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lor Cover">
            <a:extLst>
              <a:ext uri="{FF2B5EF4-FFF2-40B4-BE49-F238E27FC236}">
                <a16:creationId xmlns:a16="http://schemas.microsoft.com/office/drawing/2014/main" id="{63C1F321-BB96-4700-B3CE-1A615606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a:extLst>
              <a:ext uri="{FF2B5EF4-FFF2-40B4-BE49-F238E27FC236}">
                <a16:creationId xmlns:a16="http://schemas.microsoft.com/office/drawing/2014/main" id="{3FA1AD64-F15F-417D-956C-B2C211FC90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1" y="0"/>
            <a:ext cx="6064235" cy="6858000"/>
            <a:chOff x="651279" y="598259"/>
            <a:chExt cx="10889442" cy="5680742"/>
          </a:xfrm>
        </p:grpSpPr>
        <p:sp>
          <p:nvSpPr>
            <p:cNvPr id="21" name="Color">
              <a:extLst>
                <a:ext uri="{FF2B5EF4-FFF2-40B4-BE49-F238E27FC236}">
                  <a16:creationId xmlns:a16="http://schemas.microsoft.com/office/drawing/2014/main" id="{5F3C79B0-E0DE-407E-B550-3FDEB67B0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Color">
              <a:extLst>
                <a:ext uri="{FF2B5EF4-FFF2-40B4-BE49-F238E27FC236}">
                  <a16:creationId xmlns:a16="http://schemas.microsoft.com/office/drawing/2014/main" id="{A1A2DFA8-F321-4204-9B31-A3713BC652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5" name="Freeform: Shape 24">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98315E19-1374-BD53-507F-220B319BCCA1}"/>
              </a:ext>
            </a:extLst>
          </p:cNvPr>
          <p:cNvSpPr>
            <a:spLocks noGrp="1"/>
          </p:cNvSpPr>
          <p:nvPr>
            <p:ph type="ctrTitle"/>
          </p:nvPr>
        </p:nvSpPr>
        <p:spPr>
          <a:xfrm>
            <a:off x="789708" y="841664"/>
            <a:ext cx="4874661" cy="5156800"/>
          </a:xfrm>
        </p:spPr>
        <p:txBody>
          <a:bodyPr anchor="ctr">
            <a:normAutofit/>
          </a:bodyPr>
          <a:lstStyle/>
          <a:p>
            <a:pPr algn="l"/>
            <a:br>
              <a:rPr lang="en-US" sz="3000">
                <a:solidFill>
                  <a:schemeClr val="bg1"/>
                </a:solidFill>
              </a:rPr>
            </a:br>
            <a:r>
              <a:rPr lang="en-US" sz="3000">
                <a:solidFill>
                  <a:schemeClr val="bg1"/>
                </a:solidFill>
              </a:rPr>
              <a:t>Reflections: What *Arrival* Suggests About NLP</a:t>
            </a:r>
            <a:br>
              <a:rPr lang="en-US" sz="3000">
                <a:solidFill>
                  <a:schemeClr val="bg1"/>
                </a:solidFill>
              </a:rPr>
            </a:br>
            <a:br>
              <a:rPr lang="en-US" sz="3000">
                <a:solidFill>
                  <a:schemeClr val="bg1"/>
                </a:solidFill>
              </a:rPr>
            </a:br>
            <a:br>
              <a:rPr lang="en-US" sz="3000">
                <a:solidFill>
                  <a:schemeClr val="bg1"/>
                </a:solidFill>
              </a:rPr>
            </a:br>
            <a:br>
              <a:rPr lang="en-US" sz="3000">
                <a:solidFill>
                  <a:schemeClr val="bg1"/>
                </a:solidFill>
              </a:rPr>
            </a:br>
            <a:br>
              <a:rPr lang="en-US" sz="3000">
                <a:solidFill>
                  <a:schemeClr val="bg1"/>
                </a:solidFill>
              </a:rPr>
            </a:br>
            <a:br>
              <a:rPr lang="en-US" sz="3000">
                <a:solidFill>
                  <a:schemeClr val="bg1"/>
                </a:solidFill>
              </a:rPr>
            </a:br>
            <a:br>
              <a:rPr lang="en-US" sz="3000">
                <a:solidFill>
                  <a:schemeClr val="bg1"/>
                </a:solidFill>
              </a:rPr>
            </a:br>
            <a:br>
              <a:rPr lang="en-US" sz="3000">
                <a:solidFill>
                  <a:schemeClr val="bg1"/>
                </a:solidFill>
              </a:rPr>
            </a:br>
            <a:br>
              <a:rPr lang="en-US" sz="3000">
                <a:solidFill>
                  <a:schemeClr val="bg1"/>
                </a:solidFill>
              </a:rPr>
            </a:br>
            <a:endParaRPr lang="en-US" sz="3000">
              <a:solidFill>
                <a:schemeClr val="bg1"/>
              </a:solidFill>
            </a:endParaRPr>
          </a:p>
        </p:txBody>
      </p:sp>
    </p:spTree>
    <p:extLst>
      <p:ext uri="{BB962C8B-B14F-4D97-AF65-F5344CB8AC3E}">
        <p14:creationId xmlns:p14="http://schemas.microsoft.com/office/powerpoint/2010/main" val="744782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5D947E-2617-B6BC-BA2C-905BA16A9EA3}"/>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FA91A2-82BF-EA76-0F1C-EF199CB180A0}"/>
              </a:ext>
            </a:extLst>
          </p:cNvPr>
          <p:cNvSpPr>
            <a:spLocks noGrp="1"/>
          </p:cNvSpPr>
          <p:nvPr>
            <p:ph type="ctrTitle"/>
          </p:nvPr>
        </p:nvSpPr>
        <p:spPr>
          <a:xfrm>
            <a:off x="838200" y="451381"/>
            <a:ext cx="10512552" cy="4066540"/>
          </a:xfrm>
        </p:spPr>
        <p:txBody>
          <a:bodyPr anchor="b">
            <a:normAutofit/>
          </a:bodyPr>
          <a:lstStyle/>
          <a:p>
            <a:pPr algn="l"/>
            <a:r>
              <a:rPr lang="en-US" sz="1700"/>
              <a:t>Language Shapes Thought</a:t>
            </a:r>
            <a:br>
              <a:rPr lang="en-US" sz="1700"/>
            </a:br>
            <a:r>
              <a:rPr lang="en-US" sz="1700"/>
              <a:t>The film leans heavily on the Sapir–Whorf hypothesis, suggesting that language influences cognition. While debated, it raises interesting questions about how NLP models “learn” from the data they are trained on.</a:t>
            </a:r>
            <a:br>
              <a:rPr lang="en-US" sz="1700"/>
            </a:br>
            <a:br>
              <a:rPr lang="en-US" sz="1700"/>
            </a:br>
            <a:br>
              <a:rPr lang="en-US" sz="1700"/>
            </a:br>
            <a:r>
              <a:rPr lang="en-US" sz="1700"/>
              <a:t>Communication Requires More Than Translation</a:t>
            </a:r>
            <a:br>
              <a:rPr lang="en-US" sz="1700"/>
            </a:br>
            <a:r>
              <a:rPr lang="en-US" sz="1700"/>
              <a:t>The movie highlights the importance of:</a:t>
            </a:r>
            <a:br>
              <a:rPr lang="en-US" sz="1700"/>
            </a:br>
            <a:br>
              <a:rPr lang="en-US" sz="1700"/>
            </a:br>
            <a:r>
              <a:rPr lang="en-US" sz="1700"/>
              <a:t>- Intent  </a:t>
            </a:r>
            <a:br>
              <a:rPr lang="en-US" sz="1700"/>
            </a:br>
            <a:r>
              <a:rPr lang="en-US" sz="1700"/>
              <a:t>- Context  </a:t>
            </a:r>
            <a:br>
              <a:rPr lang="en-US" sz="1700"/>
            </a:br>
            <a:r>
              <a:rPr lang="en-US" sz="1700"/>
              <a:t>- Cultural background  </a:t>
            </a:r>
            <a:br>
              <a:rPr lang="en-US" sz="1700"/>
            </a:br>
            <a:r>
              <a:rPr lang="en-US" sz="1700"/>
              <a:t>- Shared reference  </a:t>
            </a:r>
            <a:br>
              <a:rPr lang="en-US" sz="1700"/>
            </a:br>
            <a:br>
              <a:rPr lang="en-US" sz="1700"/>
            </a:br>
            <a:r>
              <a:rPr lang="en-US" sz="1700"/>
              <a:t>These remain some of the most difficult challenges in NLP today.</a:t>
            </a:r>
            <a:br>
              <a:rPr lang="en-US" sz="1700"/>
            </a:br>
            <a:br>
              <a:rPr lang="en-US" sz="1700"/>
            </a:br>
            <a:br>
              <a:rPr lang="en-US" sz="1700"/>
            </a:br>
            <a:endParaRPr lang="en-US" sz="1700"/>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8324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9604FF-9CB2-2CE3-950E-A7B1C7667232}"/>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5B94FEFC-6E09-14AF-F00B-B600DB20DD29}"/>
              </a:ext>
            </a:extLst>
          </p:cNvPr>
          <p:cNvSpPr>
            <a:spLocks noGrp="1"/>
          </p:cNvSpPr>
          <p:nvPr>
            <p:ph type="ctrTitle"/>
          </p:nvPr>
        </p:nvSpPr>
        <p:spPr>
          <a:xfrm>
            <a:off x="648037" y="1298448"/>
            <a:ext cx="5895178" cy="4099642"/>
          </a:xfrm>
        </p:spPr>
        <p:txBody>
          <a:bodyPr anchor="b">
            <a:normAutofit fontScale="90000"/>
          </a:bodyPr>
          <a:lstStyle/>
          <a:p>
            <a:pPr algn="l"/>
            <a:r>
              <a:rPr lang="en-US" sz="1700">
                <a:solidFill>
                  <a:srgbClr val="FFFFFF"/>
                </a:solidFill>
              </a:rPr>
              <a:t>Meaning Extends Beyond Words</a:t>
            </a:r>
            <a:br>
              <a:rPr lang="en-US" sz="1700">
                <a:solidFill>
                  <a:srgbClr val="FFFFFF"/>
                </a:solidFill>
              </a:rPr>
            </a:br>
            <a:r>
              <a:rPr lang="en-US" sz="1700">
                <a:solidFill>
                  <a:srgbClr val="FFFFFF"/>
                </a:solidFill>
              </a:rPr>
              <a:t>Heptapod B demonstrates that meaning can be visual, spatial, and nonlinear. This encourages NLP researchers to explore multimodal models that integrate text, images, and contextual cues.</a:t>
            </a:r>
            <a:br>
              <a:rPr lang="en-US" sz="1700">
                <a:solidFill>
                  <a:srgbClr val="FFFFFF"/>
                </a:solidFill>
              </a:rPr>
            </a:br>
            <a:br>
              <a:rPr lang="en-US" sz="1700">
                <a:solidFill>
                  <a:srgbClr val="FFFFFF"/>
                </a:solidFill>
              </a:rPr>
            </a:br>
            <a:br>
              <a:rPr lang="en-US" sz="1700">
                <a:solidFill>
                  <a:srgbClr val="FFFFFF"/>
                </a:solidFill>
              </a:rPr>
            </a:br>
            <a:br>
              <a:rPr lang="en-US" sz="1700">
                <a:solidFill>
                  <a:srgbClr val="FFFFFF"/>
                </a:solidFill>
              </a:rPr>
            </a:br>
            <a:r>
              <a:rPr lang="en-US" sz="1700">
                <a:solidFill>
                  <a:srgbClr val="FFFFFF"/>
                </a:solidFill>
              </a:rPr>
              <a:t>Miscommunication Has Consequences</a:t>
            </a:r>
            <a:br>
              <a:rPr lang="en-US" sz="1700">
                <a:solidFill>
                  <a:srgbClr val="FFFFFF"/>
                </a:solidFill>
              </a:rPr>
            </a:br>
            <a:r>
              <a:rPr lang="en-US" sz="1700">
                <a:solidFill>
                  <a:srgbClr val="FFFFFF"/>
                </a:solidFill>
              </a:rPr>
              <a:t>The global crisis triggered by mistranslation reflects real-world risks associated with:</a:t>
            </a:r>
            <a:br>
              <a:rPr lang="en-US" sz="1700">
                <a:solidFill>
                  <a:srgbClr val="FFFFFF"/>
                </a:solidFill>
              </a:rPr>
            </a:br>
            <a:br>
              <a:rPr lang="en-US" sz="1700">
                <a:solidFill>
                  <a:srgbClr val="FFFFFF"/>
                </a:solidFill>
              </a:rPr>
            </a:br>
            <a:r>
              <a:rPr lang="en-US" sz="1700">
                <a:solidFill>
                  <a:srgbClr val="FFFFFF"/>
                </a:solidFill>
              </a:rPr>
              <a:t>- Biased NLP models  </a:t>
            </a:r>
            <a:br>
              <a:rPr lang="en-US" sz="1700">
                <a:solidFill>
                  <a:srgbClr val="FFFFFF"/>
                </a:solidFill>
              </a:rPr>
            </a:br>
            <a:r>
              <a:rPr lang="en-US" sz="1700">
                <a:solidFill>
                  <a:srgbClr val="FFFFFF"/>
                </a:solidFill>
              </a:rPr>
              <a:t>- Misinterpreted machine translations  </a:t>
            </a:r>
            <a:br>
              <a:rPr lang="en-US" sz="1700">
                <a:solidFill>
                  <a:srgbClr val="FFFFFF"/>
                </a:solidFill>
              </a:rPr>
            </a:br>
            <a:r>
              <a:rPr lang="en-US" sz="1700">
                <a:solidFill>
                  <a:srgbClr val="FFFFFF"/>
                </a:solidFill>
              </a:rPr>
              <a:t>- Ambiguous or misleading AI outputs  </a:t>
            </a:r>
            <a:br>
              <a:rPr lang="en-US" sz="1700">
                <a:solidFill>
                  <a:srgbClr val="FFFFFF"/>
                </a:solidFill>
              </a:rPr>
            </a:br>
            <a:br>
              <a:rPr lang="en-US" sz="1700">
                <a:solidFill>
                  <a:srgbClr val="FFFFFF"/>
                </a:solidFill>
              </a:rPr>
            </a:br>
            <a:r>
              <a:rPr lang="en-US" sz="1700">
                <a:solidFill>
                  <a:srgbClr val="FFFFFF"/>
                </a:solidFill>
              </a:rPr>
              <a:t>The film underscores the need for transparency, interpretability, and careful evaluation in NLP systems.</a:t>
            </a:r>
            <a:br>
              <a:rPr lang="en-US" sz="1700">
                <a:solidFill>
                  <a:srgbClr val="FFFFFF"/>
                </a:solidFill>
              </a:rPr>
            </a:br>
            <a:br>
              <a:rPr lang="en-US" sz="1700">
                <a:solidFill>
                  <a:srgbClr val="FFFFFF"/>
                </a:solidFill>
              </a:rPr>
            </a:br>
            <a:br>
              <a:rPr lang="en-US" sz="1700">
                <a:solidFill>
                  <a:srgbClr val="FFFFFF"/>
                </a:solidFill>
              </a:rPr>
            </a:br>
            <a:br>
              <a:rPr lang="en-US" sz="1700">
                <a:solidFill>
                  <a:srgbClr val="FFFFFF"/>
                </a:solidFill>
              </a:rPr>
            </a:br>
            <a:endParaRPr lang="en-US" sz="1700">
              <a:solidFill>
                <a:srgbClr val="FFFFFF"/>
              </a:solidFill>
            </a:endParaRPr>
          </a:p>
        </p:txBody>
      </p:sp>
      <p:sp>
        <p:nvSpPr>
          <p:cNvPr id="11" name="sketch line 1">
            <a:extLst>
              <a:ext uri="{FF2B5EF4-FFF2-40B4-BE49-F238E27FC236}">
                <a16:creationId xmlns:a16="http://schemas.microsoft.com/office/drawing/2014/main" id="{32C5B66D-E390-4A14-AB60-69626CBF29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62635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ketch line">
            <a:extLst>
              <a:ext uri="{FF2B5EF4-FFF2-40B4-BE49-F238E27FC236}">
                <a16:creationId xmlns:a16="http://schemas.microsoft.com/office/drawing/2014/main" id="{646273DA-F933-4D17-A5FE-B1EF87FD7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653" y="5626353"/>
            <a:ext cx="3479619" cy="18288"/>
          </a:xfrm>
          <a:custGeom>
            <a:avLst/>
            <a:gdLst>
              <a:gd name="csX0" fmla="*/ 0 w 3479619"/>
              <a:gd name="csY0" fmla="*/ 0 h 18288"/>
              <a:gd name="csX1" fmla="*/ 661128 w 3479619"/>
              <a:gd name="csY1" fmla="*/ 0 h 18288"/>
              <a:gd name="csX2" fmla="*/ 1357051 w 3479619"/>
              <a:gd name="csY2" fmla="*/ 0 h 18288"/>
              <a:gd name="csX3" fmla="*/ 2087771 w 3479619"/>
              <a:gd name="csY3" fmla="*/ 0 h 18288"/>
              <a:gd name="csX4" fmla="*/ 2818491 w 3479619"/>
              <a:gd name="csY4" fmla="*/ 0 h 18288"/>
              <a:gd name="csX5" fmla="*/ 3479619 w 3479619"/>
              <a:gd name="csY5" fmla="*/ 0 h 18288"/>
              <a:gd name="csX6" fmla="*/ 3479619 w 3479619"/>
              <a:gd name="csY6" fmla="*/ 18288 h 18288"/>
              <a:gd name="csX7" fmla="*/ 2714103 w 3479619"/>
              <a:gd name="csY7" fmla="*/ 18288 h 18288"/>
              <a:gd name="csX8" fmla="*/ 1948587 w 3479619"/>
              <a:gd name="csY8" fmla="*/ 18288 h 18288"/>
              <a:gd name="csX9" fmla="*/ 1252663 w 3479619"/>
              <a:gd name="csY9" fmla="*/ 18288 h 18288"/>
              <a:gd name="csX10" fmla="*/ 0 w 3479619"/>
              <a:gd name="csY10" fmla="*/ 18288 h 18288"/>
              <a:gd name="csX11" fmla="*/ 0 w 3479619"/>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479619" h="18288" fill="none" extrusionOk="0">
                <a:moveTo>
                  <a:pt x="0" y="0"/>
                </a:moveTo>
                <a:cubicBezTo>
                  <a:pt x="178395" y="-3637"/>
                  <a:pt x="368619" y="-28254"/>
                  <a:pt x="661128" y="0"/>
                </a:cubicBezTo>
                <a:cubicBezTo>
                  <a:pt x="953637" y="28254"/>
                  <a:pt x="1022982" y="-4416"/>
                  <a:pt x="1357051" y="0"/>
                </a:cubicBezTo>
                <a:cubicBezTo>
                  <a:pt x="1691120" y="4416"/>
                  <a:pt x="1729558" y="27777"/>
                  <a:pt x="2087771" y="0"/>
                </a:cubicBezTo>
                <a:cubicBezTo>
                  <a:pt x="2445984" y="-27777"/>
                  <a:pt x="2592094" y="4429"/>
                  <a:pt x="2818491" y="0"/>
                </a:cubicBezTo>
                <a:cubicBezTo>
                  <a:pt x="3044888" y="-4429"/>
                  <a:pt x="3204567" y="26471"/>
                  <a:pt x="3479619" y="0"/>
                </a:cubicBezTo>
                <a:cubicBezTo>
                  <a:pt x="3478910" y="8157"/>
                  <a:pt x="3479206" y="12125"/>
                  <a:pt x="3479619" y="18288"/>
                </a:cubicBezTo>
                <a:cubicBezTo>
                  <a:pt x="3315855" y="-2963"/>
                  <a:pt x="3094885" y="26965"/>
                  <a:pt x="2714103" y="18288"/>
                </a:cubicBezTo>
                <a:cubicBezTo>
                  <a:pt x="2333321" y="9611"/>
                  <a:pt x="2260528" y="-15335"/>
                  <a:pt x="1948587" y="18288"/>
                </a:cubicBezTo>
                <a:cubicBezTo>
                  <a:pt x="1636646" y="51911"/>
                  <a:pt x="1489816" y="46369"/>
                  <a:pt x="1252663" y="18288"/>
                </a:cubicBezTo>
                <a:cubicBezTo>
                  <a:pt x="1015510" y="-9793"/>
                  <a:pt x="519812" y="-12177"/>
                  <a:pt x="0" y="18288"/>
                </a:cubicBezTo>
                <a:cubicBezTo>
                  <a:pt x="-46" y="12483"/>
                  <a:pt x="-203" y="6491"/>
                  <a:pt x="0" y="0"/>
                </a:cubicBezTo>
                <a:close/>
              </a:path>
              <a:path w="3479619" h="18288" stroke="0" extrusionOk="0">
                <a:moveTo>
                  <a:pt x="0" y="0"/>
                </a:moveTo>
                <a:cubicBezTo>
                  <a:pt x="326045" y="25020"/>
                  <a:pt x="425411" y="-17676"/>
                  <a:pt x="661128" y="0"/>
                </a:cubicBezTo>
                <a:cubicBezTo>
                  <a:pt x="896845" y="17676"/>
                  <a:pt x="1124825" y="1478"/>
                  <a:pt x="1252663" y="0"/>
                </a:cubicBezTo>
                <a:cubicBezTo>
                  <a:pt x="1380502" y="-1478"/>
                  <a:pt x="1694914" y="11788"/>
                  <a:pt x="2018179" y="0"/>
                </a:cubicBezTo>
                <a:cubicBezTo>
                  <a:pt x="2341444" y="-11788"/>
                  <a:pt x="2451167" y="12596"/>
                  <a:pt x="2679307" y="0"/>
                </a:cubicBezTo>
                <a:cubicBezTo>
                  <a:pt x="2907447" y="-12596"/>
                  <a:pt x="3094555" y="23821"/>
                  <a:pt x="3479619" y="0"/>
                </a:cubicBezTo>
                <a:cubicBezTo>
                  <a:pt x="3479355" y="4493"/>
                  <a:pt x="3480003" y="9472"/>
                  <a:pt x="3479619" y="18288"/>
                </a:cubicBezTo>
                <a:cubicBezTo>
                  <a:pt x="3311729" y="36782"/>
                  <a:pt x="3015946" y="7938"/>
                  <a:pt x="2783695" y="18288"/>
                </a:cubicBezTo>
                <a:cubicBezTo>
                  <a:pt x="2551444" y="28638"/>
                  <a:pt x="2398767" y="-13940"/>
                  <a:pt x="2018179" y="18288"/>
                </a:cubicBezTo>
                <a:cubicBezTo>
                  <a:pt x="1637591" y="50516"/>
                  <a:pt x="1634873" y="-6356"/>
                  <a:pt x="1426644" y="18288"/>
                </a:cubicBezTo>
                <a:cubicBezTo>
                  <a:pt x="1218415" y="42932"/>
                  <a:pt x="1006973" y="4094"/>
                  <a:pt x="730720" y="18288"/>
                </a:cubicBezTo>
                <a:cubicBezTo>
                  <a:pt x="454467" y="32482"/>
                  <a:pt x="291313" y="3910"/>
                  <a:pt x="0" y="18288"/>
                </a:cubicBezTo>
                <a:cubicBezTo>
                  <a:pt x="843" y="9577"/>
                  <a:pt x="371" y="690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3094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C56B76-D30F-7AD2-1ABF-6AC836DE3BC6}"/>
            </a:ext>
          </a:extLst>
        </p:cNvPr>
        <p:cNvGrpSpPr/>
        <p:nvPr/>
      </p:nvGrpSpPr>
      <p:grpSpPr>
        <a:xfrm>
          <a:off x="0" y="0"/>
          <a:ext cx="0" cy="0"/>
          <a:chOff x="0" y="0"/>
          <a:chExt cx="0" cy="0"/>
        </a:xfrm>
      </p:grpSpPr>
      <p:sp useBgFill="1">
        <p:nvSpPr>
          <p:cNvPr id="1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Cover">
            <a:extLst>
              <a:ext uri="{FF2B5EF4-FFF2-40B4-BE49-F238E27FC236}">
                <a16:creationId xmlns:a16="http://schemas.microsoft.com/office/drawing/2014/main" id="{6BE11944-ED05-4FE9-9927-06C110BB3A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a:extLst>
              <a:ext uri="{FF2B5EF4-FFF2-40B4-BE49-F238E27FC236}">
                <a16:creationId xmlns:a16="http://schemas.microsoft.com/office/drawing/2014/main" id="{A2812508-238C-4BCD-BDD3-25C99C5CA2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167"/>
            <a:ext cx="12188952" cy="3490956"/>
            <a:chOff x="651279" y="598259"/>
            <a:chExt cx="10889442" cy="5680742"/>
          </a:xfrm>
        </p:grpSpPr>
        <p:sp>
          <p:nvSpPr>
            <p:cNvPr id="23" name="Color">
              <a:extLst>
                <a:ext uri="{FF2B5EF4-FFF2-40B4-BE49-F238E27FC236}">
                  <a16:creationId xmlns:a16="http://schemas.microsoft.com/office/drawing/2014/main" id="{EA98B5EE-6906-45B1-8691-D06F06B6C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Color">
              <a:extLst>
                <a:ext uri="{FF2B5EF4-FFF2-40B4-BE49-F238E27FC236}">
                  <a16:creationId xmlns:a16="http://schemas.microsoft.com/office/drawing/2014/main" id="{3CB4D77E-DA74-4797-88E4-C7D817D315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6" name="Group 2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7" name="Freeform: Shape 2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936EB4F3-68F9-17BC-6273-C07E827DEA93}"/>
              </a:ext>
            </a:extLst>
          </p:cNvPr>
          <p:cNvSpPr>
            <a:spLocks noGrp="1"/>
          </p:cNvSpPr>
          <p:nvPr>
            <p:ph type="ctrTitle"/>
          </p:nvPr>
        </p:nvSpPr>
        <p:spPr>
          <a:xfrm>
            <a:off x="789708" y="1014574"/>
            <a:ext cx="9725730" cy="2226769"/>
          </a:xfrm>
        </p:spPr>
        <p:txBody>
          <a:bodyPr anchor="ctr">
            <a:normAutofit fontScale="90000"/>
          </a:bodyPr>
          <a:lstStyle/>
          <a:p>
            <a:pPr algn="l"/>
            <a:r>
              <a:rPr lang="en-US" sz="1200">
                <a:solidFill>
                  <a:schemeClr val="bg1"/>
                </a:solidFill>
              </a:rPr>
              <a:t>Conclusion</a:t>
            </a:r>
            <a:br>
              <a:rPr lang="en-US" sz="1200">
                <a:solidFill>
                  <a:schemeClr val="bg1"/>
                </a:solidFill>
              </a:rPr>
            </a:br>
            <a:r>
              <a:rPr lang="en-US" sz="1200">
                <a:solidFill>
                  <a:schemeClr val="bg1"/>
                </a:solidFill>
              </a:rPr>
              <a:t>*Arrival* serves as a powerful metaphor for the complexities of human and machine language understanding. The film illustrates challenges such as ambiguity, cultural context, nonlinear representation, and limited data—issues that remain central in NLP research. Louise’s evolving methods mirror the historical progression of NLP, from rule-based systems to statistical models and deep learning. Ultimately, the movie invites us to think more deeply about how meaning is constructed and how communication shapes our perception of the world.</a:t>
            </a:r>
            <a:br>
              <a:rPr lang="en-US" sz="1200">
                <a:solidFill>
                  <a:schemeClr val="bg1"/>
                </a:solidFill>
              </a:rPr>
            </a:br>
            <a:br>
              <a:rPr lang="en-US" sz="1200">
                <a:solidFill>
                  <a:schemeClr val="bg1"/>
                </a:solidFill>
              </a:rPr>
            </a:br>
            <a:br>
              <a:rPr lang="en-US" sz="1200">
                <a:solidFill>
                  <a:schemeClr val="bg1"/>
                </a:solidFill>
              </a:rPr>
            </a:br>
            <a:br>
              <a:rPr lang="en-US" sz="1200">
                <a:solidFill>
                  <a:schemeClr val="bg1"/>
                </a:solidFill>
              </a:rPr>
            </a:br>
            <a:br>
              <a:rPr lang="en-US" sz="1200">
                <a:solidFill>
                  <a:schemeClr val="bg1"/>
                </a:solidFill>
              </a:rPr>
            </a:br>
            <a:br>
              <a:rPr lang="en-US" sz="1200">
                <a:solidFill>
                  <a:schemeClr val="bg1"/>
                </a:solidFill>
              </a:rPr>
            </a:br>
            <a:br>
              <a:rPr lang="en-US" sz="1200">
                <a:solidFill>
                  <a:schemeClr val="bg1"/>
                </a:solidFill>
              </a:rPr>
            </a:br>
            <a:br>
              <a:rPr lang="en-US" sz="1200">
                <a:solidFill>
                  <a:schemeClr val="bg1"/>
                </a:solidFill>
              </a:rPr>
            </a:br>
            <a:endParaRPr lang="en-US" sz="1200">
              <a:solidFill>
                <a:schemeClr val="bg1"/>
              </a:solidFill>
            </a:endParaRPr>
          </a:p>
        </p:txBody>
      </p:sp>
    </p:spTree>
    <p:extLst>
      <p:ext uri="{BB962C8B-B14F-4D97-AF65-F5344CB8AC3E}">
        <p14:creationId xmlns:p14="http://schemas.microsoft.com/office/powerpoint/2010/main" val="3852021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E9D8FD-2B1E-B399-7D60-1F458FA19D96}"/>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BD1FC0-8ED5-5B64-9FAD-B5FC9FDA28E9}"/>
              </a:ext>
            </a:extLst>
          </p:cNvPr>
          <p:cNvSpPr>
            <a:spLocks noGrp="1"/>
          </p:cNvSpPr>
          <p:nvPr>
            <p:ph type="ctrTitle"/>
          </p:nvPr>
        </p:nvSpPr>
        <p:spPr>
          <a:xfrm>
            <a:off x="838200" y="451381"/>
            <a:ext cx="10512552" cy="4066540"/>
          </a:xfrm>
        </p:spPr>
        <p:txBody>
          <a:bodyPr anchor="b">
            <a:normAutofit/>
          </a:bodyPr>
          <a:lstStyle/>
          <a:p>
            <a:pPr algn="l"/>
            <a:r>
              <a:rPr lang="en-US" sz="1700"/>
              <a:t>References:</a:t>
            </a:r>
            <a:br>
              <a:rPr lang="en-US" sz="1700"/>
            </a:br>
            <a:br>
              <a:rPr lang="en-US" sz="1700"/>
            </a:br>
            <a:r>
              <a:rPr lang="en-US" sz="1700"/>
              <a:t>- Villeneuve, D. (Director). (2016). *Arrival* [Film]. Paramount Pictures.  </a:t>
            </a:r>
            <a:br>
              <a:rPr lang="en-US" sz="1700"/>
            </a:br>
            <a:r>
              <a:rPr lang="en-US" sz="1700"/>
              <a:t>- Jurafsky, D., &amp; Martin, J. H. (2023). *Speech and Language Processing*.  </a:t>
            </a:r>
            <a:br>
              <a:rPr lang="en-US" sz="1700"/>
            </a:br>
            <a:r>
              <a:rPr lang="en-US" sz="1700"/>
              <a:t>- Goldberg, Y. (2017). *Neural Network Methods for Natural Language Processing*.  </a:t>
            </a:r>
            <a:br>
              <a:rPr lang="en-US" sz="1700"/>
            </a:br>
            <a:r>
              <a:rPr lang="en-US" sz="1700"/>
              <a:t>- Vaswani, A. et al. (2017). *Attention Is All You Need*.  </a:t>
            </a:r>
            <a:br>
              <a:rPr lang="en-US" sz="1700"/>
            </a:br>
            <a:r>
              <a:rPr lang="en-US" sz="1700"/>
              <a:t>- Lake, B. et al. (2017). Building machines that learn and think like people.</a:t>
            </a:r>
            <a:br>
              <a:rPr lang="en-US" sz="1700"/>
            </a:br>
            <a:br>
              <a:rPr lang="en-US" sz="1700"/>
            </a:br>
            <a:br>
              <a:rPr lang="en-US" sz="1700"/>
            </a:br>
            <a:br>
              <a:rPr lang="en-US" sz="1700"/>
            </a:br>
            <a:br>
              <a:rPr lang="en-US" sz="1700"/>
            </a:br>
            <a:br>
              <a:rPr lang="en-US" sz="1700"/>
            </a:br>
            <a:br>
              <a:rPr lang="en-US" sz="1700"/>
            </a:br>
            <a:br>
              <a:rPr lang="en-US" sz="1700"/>
            </a:br>
            <a:br>
              <a:rPr lang="en-US" sz="1700"/>
            </a:br>
            <a:endParaRPr lang="en-US" sz="1700"/>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38180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1451</Words>
  <Application>Microsoft Office PowerPoint</Application>
  <PresentationFormat>Widescreen</PresentationFormat>
  <Paragraphs>22</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A04_Group6_LamarRoundtree_ITAI2376    Language, Communication, and NLP: An Analysis of *Arrival* (2016)</vt:lpstr>
      <vt:lpstr>   Introduction  </vt:lpstr>
      <vt:lpstr>     Denis Villeneuve’s *Arrival* (2016) offers a striking exploration of how language shapes understanding, cooperation, and perception. Instead of relying on action or conflict, the film centers on the intellectual challenge of communicating with extraterrestrial beings. This report examines the linguistic obstacles portrayed in the movie and connects them to real-world issues in Natural Language Processing (NLP). By looking closely at key scenes and the methods used by Dr. Louise Banks, we can see how the film mirrors the evolution of NLP—from rule-based systems to statistical models and modern deep learning approaches.</vt:lpstr>
      <vt:lpstr>  Overview of the Movie’s Plot (Language &amp; Communication Focus)   </vt:lpstr>
      <vt:lpstr>    The story begins when twelve alien vessels appear at different locations around the world. Linguist Dr. Louise Banks and physicist Ian Donnelly are brought in by the U.S. military to decipher the aliens’ communication system. The extraterrestrials, known as heptapods, use two distinct forms of language:  - Heptapod A: A spoken form   - Heptapod B: A circular, symbolic written system    A misunderstanding surrounding the translation of the word “weapon” creates global tension, as some nations interpret it as a threat. Louise’s task is to uncover the true meaning behind the heptapods’ message and prevent international conflict. As she progresses, she discovers that their written language encodes a nonlinear perception of time, challenging human assumptions about how language and cognition interact.</vt:lpstr>
      <vt:lpstr>NLP Challenges Reflected in the Movie    </vt:lpstr>
      <vt:lpstr>  Ambiguity and Polysemy A central conflict arises from the ambiguous interpretation of the word “weapon.”   This mirrors word sense ambiguity in NLP, where a single term can carry multiple meanings depending on context.  Scene Parallel:   The Chinese team interprets “offer weapon” as a hostile message. This reflects how early NLP systems—especially rule-based ones—struggled with polysemy because they lacked contextual understanding.  </vt:lpstr>
      <vt:lpstr>Idiomatic and Cultural Interpretation Languages often contain idioms, metaphors, and culturally specific meanings that are difficult to translate directly.  Scene Parallel:   Louise explains to Colonel Weber that asking the aliens about their “purpose” is too abstract. She uses the Sanskrit example where “war” translates to “a desire for more cows,” illustrating how cultural context shapes meaning. NLP systems face similar challenges in machine translation and sentiment analysis.  </vt:lpstr>
      <vt:lpstr>Lack of Shared Reference (Grounding Problem) NLP models often struggle when they cannot connect words to real-world objects or experiences.  Scene Parallel:   Louise begins by pointing to herself and saying “human,” then pointing to the heptapods. This resembles grounded language learning, where meaning is tied to physical or perceptual context.  </vt:lpstr>
      <vt:lpstr>Nonlinear or Non-Sequential Language Heptapod B presents entire sentences simultaneously, without a linear order.  NLP Parallel:   Traditional NLP models assume sequential text. Deep learning models—especially Transformers—process information in parallel, making them better suited for capturing global context, much like Heptapod B.  </vt:lpstr>
      <vt:lpstr>Domain Adaptation and Limited Training Data The team starts with no prior knowledge of the alien language.  NLP Parallel:   This reflects low-resource language processing, where models must learn from minimal data. Louise’s gradual, iterative approach resembles unsupervised or semi-supervised learning techniques.  </vt:lpstr>
      <vt:lpstr>Communication Methods in the Movie and Their NLP Parallels   </vt:lpstr>
      <vt:lpstr>  Rule-Based NLP Louise’s early methods are structured and systematic:  - Labeling objects and individuals   - Building a basic vocabulary   - Mapping simple syntactic structures    This mirrors early rule-based NLP systems that relied heavily on manually created grammar rules and dictionaries. </vt:lpstr>
      <vt:lpstr>  Statistical NLP As more data becomes available, patterns begin to emerge:  - Symbol frequency   - Co-occurrence relationships   - Structural regularities    These techniques resemble statistical NLP methods such as:  - N-gram models   - Hidden Markov Models   - Probabilistic parsing    Louise’s team uses frequency analysis to infer meaning, a core statistical approach.   </vt:lpstr>
      <vt:lpstr>  Deep NLP (Neural Networks &amp; Transformers) The holistic nature of Heptapod B aligns most closely with deep learning:  - Meaning is encoded in the entire symbol   - Context is global rather than sequential   - Interpretation requires understanding relationships across the whole structure    This parallels:  - Transformer architectures   - Contextual word embeddings   - Sequence-to-sequence models    Louise’s eventual ability to “think” in Heptapod B resembles how deep learning models internalize complex representations after extensive training.   </vt:lpstr>
      <vt:lpstr>  Tools and Technologies Analogous to the Movie  Movie Technique NLP Analogy  Visual symbol mapping OCR and image-to-text systems Iterative hypothesis testing Active learning Building a bilingual lexicon Parallel corpora in machine translation Reinterpreting “weapon” through context Contextual embeddings (e.g., BERT) Nonlinear time perception Non-sequential attention mechanisms   </vt:lpstr>
      <vt:lpstr>  Tools and Technologies Analogous to the Movie  Movie Technique NLP Analogy  Visual symbol mapping OCR and image-to-text systems Iterative hypothesis testing Active learning Building a bilingual lexicon Parallel corpora in machine translation Reinterpreting “weapon” through context Contextual embeddings (e.g., BERT) Nonlinear time perception Non-sequential attention mechanisms   </vt:lpstr>
      <vt:lpstr> Reflections: What *Arrival* Suggests About NLP         </vt:lpstr>
      <vt:lpstr>Language Shapes Thought The film leans heavily on the Sapir–Whorf hypothesis, suggesting that language influences cognition. While debated, it raises interesting questions about how NLP models “learn” from the data they are trained on.   Communication Requires More Than Translation The movie highlights the importance of:  - Intent   - Context   - Cultural background   - Shared reference    These remain some of the most difficult challenges in NLP today.   </vt:lpstr>
      <vt:lpstr>Meaning Extends Beyond Words Heptapod B demonstrates that meaning can be visual, spatial, and nonlinear. This encourages NLP researchers to explore multimodal models that integrate text, images, and contextual cues.    Miscommunication Has Consequences The global crisis triggered by mistranslation reflects real-world risks associated with:  - Biased NLP models   - Misinterpreted machine translations   - Ambiguous or misleading AI outputs    The film underscores the need for transparency, interpretability, and careful evaluation in NLP systems.    </vt:lpstr>
      <vt:lpstr>Conclusion *Arrival* serves as a powerful metaphor for the complexities of human and machine language understanding. The film illustrates challenges such as ambiguity, cultural context, nonlinear representation, and limited data—issues that remain central in NLP research. Louise’s evolving methods mirror the historical progression of NLP, from rule-based systems to statistical models and deep learning. Ultimately, the movie invites us to think more deeply about how meaning is constructed and how communication shapes our perception of the world.        </vt:lpstr>
      <vt:lpstr>References:  - Villeneuve, D. (Director). (2016). *Arrival* [Film]. Paramount Pictures.   - Jurafsky, D., &amp; Martin, J. H. (2023). *Speech and Language Processing*.   - Goldberg, Y. (2017). *Neural Network Methods for Natural Language Processing*.   - Vaswani, A. et al. (2017). *Attention Is All You Need*.   - Lake, B. et al. (2017). Building machines that learn and think like people.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LAMAR ROUNDTREE</dc:creator>
  <cp:lastModifiedBy>LAMAR ROUNDTREE</cp:lastModifiedBy>
  <cp:revision>1</cp:revision>
  <dcterms:created xsi:type="dcterms:W3CDTF">2026-02-06T00:06:55Z</dcterms:created>
  <dcterms:modified xsi:type="dcterms:W3CDTF">2026-02-06T00:50:34Z</dcterms:modified>
</cp:coreProperties>
</file>